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94" r:id="rId4"/>
    <p:sldId id="260" r:id="rId5"/>
    <p:sldId id="261" r:id="rId6"/>
    <p:sldId id="295" r:id="rId7"/>
    <p:sldId id="264" r:id="rId8"/>
    <p:sldId id="296" r:id="rId9"/>
    <p:sldId id="267" r:id="rId10"/>
    <p:sldId id="269" r:id="rId11"/>
    <p:sldId id="270" r:id="rId12"/>
    <p:sldId id="297" r:id="rId13"/>
    <p:sldId id="272" r:id="rId14"/>
    <p:sldId id="273" r:id="rId15"/>
    <p:sldId id="275" r:id="rId16"/>
    <p:sldId id="276" r:id="rId17"/>
    <p:sldId id="274" r:id="rId18"/>
    <p:sldId id="277" r:id="rId19"/>
    <p:sldId id="278" r:id="rId20"/>
    <p:sldId id="279" r:id="rId21"/>
    <p:sldId id="280" r:id="rId22"/>
    <p:sldId id="293" r:id="rId23"/>
    <p:sldId id="292" r:id="rId24"/>
    <p:sldId id="282" r:id="rId25"/>
    <p:sldId id="291" r:id="rId26"/>
    <p:sldId id="283" r:id="rId27"/>
    <p:sldId id="284" r:id="rId28"/>
    <p:sldId id="285" r:id="rId29"/>
    <p:sldId id="288" r:id="rId30"/>
    <p:sldId id="286" r:id="rId31"/>
    <p:sldId id="289" r:id="rId32"/>
    <p:sldId id="287" r:id="rId33"/>
    <p:sldId id="290" r:id="rId3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B9FA1F-F2C5-4D01-9B19-2E0AA410BEEF}" v="205" dt="2025-06-11T15:17:04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8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ed ORHANTEKİN" userId="7b480bc2-a1f8-4a80-b188-4a783a15bde1" providerId="ADAL" clId="{53B9FA1F-F2C5-4D01-9B19-2E0AA410BEEF}"/>
    <pc:docChg chg="undo redo custSel addSld delSld modSld sldOrd">
      <pc:chgData name="Muhammed ORHANTEKİN" userId="7b480bc2-a1f8-4a80-b188-4a783a15bde1" providerId="ADAL" clId="{53B9FA1F-F2C5-4D01-9B19-2E0AA410BEEF}" dt="2025-06-12T07:41:21.042" v="1579" actId="20577"/>
      <pc:docMkLst>
        <pc:docMk/>
      </pc:docMkLst>
      <pc:sldChg chg="modSp mod">
        <pc:chgData name="Muhammed ORHANTEKİN" userId="7b480bc2-a1f8-4a80-b188-4a783a15bde1" providerId="ADAL" clId="{53B9FA1F-F2C5-4D01-9B19-2E0AA410BEEF}" dt="2025-06-12T07:41:21.042" v="1579" actId="20577"/>
        <pc:sldMkLst>
          <pc:docMk/>
          <pc:sldMk cId="1388734381" sldId="258"/>
        </pc:sldMkLst>
        <pc:spChg chg="mod">
          <ac:chgData name="Muhammed ORHANTEKİN" userId="7b480bc2-a1f8-4a80-b188-4a783a15bde1" providerId="ADAL" clId="{53B9FA1F-F2C5-4D01-9B19-2E0AA410BEEF}" dt="2025-06-12T07:41:21.042" v="1579" actId="20577"/>
          <ac:spMkLst>
            <pc:docMk/>
            <pc:sldMk cId="1388734381" sldId="258"/>
            <ac:spMk id="2" creationId="{DF836844-3F72-1A96-9A40-DE4588BFAB02}"/>
          </ac:spMkLst>
        </pc:spChg>
      </pc:sldChg>
      <pc:sldChg chg="modSp del mod">
        <pc:chgData name="Muhammed ORHANTEKİN" userId="7b480bc2-a1f8-4a80-b188-4a783a15bde1" providerId="ADAL" clId="{53B9FA1F-F2C5-4D01-9B19-2E0AA410BEEF}" dt="2025-06-11T13:33:28.334" v="23" actId="2696"/>
        <pc:sldMkLst>
          <pc:docMk/>
          <pc:sldMk cId="2460353353" sldId="259"/>
        </pc:sldMkLst>
        <pc:spChg chg="mod">
          <ac:chgData name="Muhammed ORHANTEKİN" userId="7b480bc2-a1f8-4a80-b188-4a783a15bde1" providerId="ADAL" clId="{53B9FA1F-F2C5-4D01-9B19-2E0AA410BEEF}" dt="2025-06-11T13:33:10.569" v="22" actId="2711"/>
          <ac:spMkLst>
            <pc:docMk/>
            <pc:sldMk cId="2460353353" sldId="259"/>
            <ac:spMk id="4" creationId="{370501BF-1220-50FE-F09C-EA4791F8D333}"/>
          </ac:spMkLst>
        </pc:spChg>
      </pc:sldChg>
      <pc:sldChg chg="modSp mod">
        <pc:chgData name="Muhammed ORHANTEKİN" userId="7b480bc2-a1f8-4a80-b188-4a783a15bde1" providerId="ADAL" clId="{53B9FA1F-F2C5-4D01-9B19-2E0AA410BEEF}" dt="2025-06-11T13:43:43.587" v="72" actId="1076"/>
        <pc:sldMkLst>
          <pc:docMk/>
          <pc:sldMk cId="159308062" sldId="260"/>
        </pc:sldMkLst>
        <pc:spChg chg="mod">
          <ac:chgData name="Muhammed ORHANTEKİN" userId="7b480bc2-a1f8-4a80-b188-4a783a15bde1" providerId="ADAL" clId="{53B9FA1F-F2C5-4D01-9B19-2E0AA410BEEF}" dt="2025-06-11T13:43:43.587" v="72" actId="1076"/>
          <ac:spMkLst>
            <pc:docMk/>
            <pc:sldMk cId="159308062" sldId="260"/>
            <ac:spMk id="3" creationId="{4B0A714D-34BF-2D8C-61C6-5A72682A6541}"/>
          </ac:spMkLst>
        </pc:spChg>
      </pc:sldChg>
      <pc:sldChg chg="del">
        <pc:chgData name="Muhammed ORHANTEKİN" userId="7b480bc2-a1f8-4a80-b188-4a783a15bde1" providerId="ADAL" clId="{53B9FA1F-F2C5-4D01-9B19-2E0AA410BEEF}" dt="2025-06-11T13:47:23.118" v="98" actId="2696"/>
        <pc:sldMkLst>
          <pc:docMk/>
          <pc:sldMk cId="1439726307" sldId="263"/>
        </pc:sldMkLst>
      </pc:sldChg>
      <pc:sldChg chg="modSp mod">
        <pc:chgData name="Muhammed ORHANTEKİN" userId="7b480bc2-a1f8-4a80-b188-4a783a15bde1" providerId="ADAL" clId="{53B9FA1F-F2C5-4D01-9B19-2E0AA410BEEF}" dt="2025-06-11T13:49:39.006" v="116" actId="1076"/>
        <pc:sldMkLst>
          <pc:docMk/>
          <pc:sldMk cId="2831566868" sldId="264"/>
        </pc:sldMkLst>
        <pc:spChg chg="mod">
          <ac:chgData name="Muhammed ORHANTEKİN" userId="7b480bc2-a1f8-4a80-b188-4a783a15bde1" providerId="ADAL" clId="{53B9FA1F-F2C5-4D01-9B19-2E0AA410BEEF}" dt="2025-06-11T13:49:24.078" v="113" actId="14100"/>
          <ac:spMkLst>
            <pc:docMk/>
            <pc:sldMk cId="2831566868" sldId="264"/>
            <ac:spMk id="2" creationId="{F915C2D3-A9B0-B970-0407-9293F8413664}"/>
          </ac:spMkLst>
        </pc:spChg>
        <pc:spChg chg="mod">
          <ac:chgData name="Muhammed ORHANTEKİN" userId="7b480bc2-a1f8-4a80-b188-4a783a15bde1" providerId="ADAL" clId="{53B9FA1F-F2C5-4D01-9B19-2E0AA410BEEF}" dt="2025-06-11T13:49:39.006" v="116" actId="1076"/>
          <ac:spMkLst>
            <pc:docMk/>
            <pc:sldMk cId="2831566868" sldId="264"/>
            <ac:spMk id="3" creationId="{0CF3ADD8-7BC3-ED00-0604-252DDBACB4D7}"/>
          </ac:spMkLst>
        </pc:spChg>
      </pc:sldChg>
      <pc:sldChg chg="addSp modSp del mod">
        <pc:chgData name="Muhammed ORHANTEKİN" userId="7b480bc2-a1f8-4a80-b188-4a783a15bde1" providerId="ADAL" clId="{53B9FA1F-F2C5-4D01-9B19-2E0AA410BEEF}" dt="2025-06-11T14:01:38.957" v="139" actId="2696"/>
        <pc:sldMkLst>
          <pc:docMk/>
          <pc:sldMk cId="3199555178" sldId="265"/>
        </pc:sldMkLst>
        <pc:spChg chg="add">
          <ac:chgData name="Muhammed ORHANTEKİN" userId="7b480bc2-a1f8-4a80-b188-4a783a15bde1" providerId="ADAL" clId="{53B9FA1F-F2C5-4D01-9B19-2E0AA410BEEF}" dt="2025-06-11T13:56:45.969" v="117"/>
          <ac:spMkLst>
            <pc:docMk/>
            <pc:sldMk cId="3199555178" sldId="265"/>
            <ac:spMk id="2" creationId="{7B4FC8D4-CCB0-819B-B65B-74E622AE7C97}"/>
          </ac:spMkLst>
        </pc:spChg>
        <pc:spChg chg="mod">
          <ac:chgData name="Muhammed ORHANTEKİN" userId="7b480bc2-a1f8-4a80-b188-4a783a15bde1" providerId="ADAL" clId="{53B9FA1F-F2C5-4D01-9B19-2E0AA410BEEF}" dt="2025-06-11T13:57:12.610" v="122" actId="20577"/>
          <ac:spMkLst>
            <pc:docMk/>
            <pc:sldMk cId="3199555178" sldId="265"/>
            <ac:spMk id="3" creationId="{3F726B57-E3EF-16FE-A2F1-1E2F99F3604B}"/>
          </ac:spMkLst>
        </pc:spChg>
        <pc:spChg chg="add">
          <ac:chgData name="Muhammed ORHANTEKİN" userId="7b480bc2-a1f8-4a80-b188-4a783a15bde1" providerId="ADAL" clId="{53B9FA1F-F2C5-4D01-9B19-2E0AA410BEEF}" dt="2025-06-11T13:57:03.130" v="118"/>
          <ac:spMkLst>
            <pc:docMk/>
            <pc:sldMk cId="3199555178" sldId="265"/>
            <ac:spMk id="4" creationId="{785F87EB-7FEE-744D-86DA-C97DED6BCBBB}"/>
          </ac:spMkLst>
        </pc:spChg>
        <pc:spChg chg="add">
          <ac:chgData name="Muhammed ORHANTEKİN" userId="7b480bc2-a1f8-4a80-b188-4a783a15bde1" providerId="ADAL" clId="{53B9FA1F-F2C5-4D01-9B19-2E0AA410BEEF}" dt="2025-06-11T13:57:09.676" v="121"/>
          <ac:spMkLst>
            <pc:docMk/>
            <pc:sldMk cId="3199555178" sldId="265"/>
            <ac:spMk id="5" creationId="{40B4B3C5-32AC-73A7-B5D7-66423B855830}"/>
          </ac:spMkLst>
        </pc:spChg>
      </pc:sldChg>
      <pc:sldChg chg="modSp mod">
        <pc:chgData name="Muhammed ORHANTEKİN" userId="7b480bc2-a1f8-4a80-b188-4a783a15bde1" providerId="ADAL" clId="{53B9FA1F-F2C5-4D01-9B19-2E0AA410BEEF}" dt="2025-06-11T14:06:59.407" v="209" actId="1076"/>
        <pc:sldMkLst>
          <pc:docMk/>
          <pc:sldMk cId="887174694" sldId="267"/>
        </pc:sldMkLst>
        <pc:spChg chg="mod">
          <ac:chgData name="Muhammed ORHANTEKİN" userId="7b480bc2-a1f8-4a80-b188-4a783a15bde1" providerId="ADAL" clId="{53B9FA1F-F2C5-4D01-9B19-2E0AA410BEEF}" dt="2025-06-11T14:06:59.407" v="209" actId="1076"/>
          <ac:spMkLst>
            <pc:docMk/>
            <pc:sldMk cId="887174694" sldId="267"/>
            <ac:spMk id="3" creationId="{4725CDD0-6B91-32EF-1D22-C9E6F3C75DAA}"/>
          </ac:spMkLst>
        </pc:spChg>
        <pc:spChg chg="mod">
          <ac:chgData name="Muhammed ORHANTEKİN" userId="7b480bc2-a1f8-4a80-b188-4a783a15bde1" providerId="ADAL" clId="{53B9FA1F-F2C5-4D01-9B19-2E0AA410BEEF}" dt="2025-06-11T14:05:33.265" v="182" actId="1076"/>
          <ac:spMkLst>
            <pc:docMk/>
            <pc:sldMk cId="887174694" sldId="267"/>
            <ac:spMk id="4" creationId="{8C1CE910-F5C9-ED96-7042-C590238ACFC1}"/>
          </ac:spMkLst>
        </pc:spChg>
      </pc:sldChg>
      <pc:sldChg chg="modSp mod">
        <pc:chgData name="Muhammed ORHANTEKİN" userId="7b480bc2-a1f8-4a80-b188-4a783a15bde1" providerId="ADAL" clId="{53B9FA1F-F2C5-4D01-9B19-2E0AA410BEEF}" dt="2025-06-11T14:09:13.136" v="235" actId="14100"/>
        <pc:sldMkLst>
          <pc:docMk/>
          <pc:sldMk cId="1155632877" sldId="270"/>
        </pc:sldMkLst>
        <pc:spChg chg="mod">
          <ac:chgData name="Muhammed ORHANTEKİN" userId="7b480bc2-a1f8-4a80-b188-4a783a15bde1" providerId="ADAL" clId="{53B9FA1F-F2C5-4D01-9B19-2E0AA410BEEF}" dt="2025-06-11T14:08:40.822" v="222" actId="20577"/>
          <ac:spMkLst>
            <pc:docMk/>
            <pc:sldMk cId="1155632877" sldId="270"/>
            <ac:spMk id="2" creationId="{F4D147C1-B088-A300-ED57-B52AB3E3FB4D}"/>
          </ac:spMkLst>
        </pc:spChg>
        <pc:spChg chg="mod">
          <ac:chgData name="Muhammed ORHANTEKİN" userId="7b480bc2-a1f8-4a80-b188-4a783a15bde1" providerId="ADAL" clId="{53B9FA1F-F2C5-4D01-9B19-2E0AA410BEEF}" dt="2025-06-11T14:09:13.136" v="235" actId="14100"/>
          <ac:spMkLst>
            <pc:docMk/>
            <pc:sldMk cId="1155632877" sldId="270"/>
            <ac:spMk id="3" creationId="{81F305F5-6E6E-4976-488F-CBC570C45C6C}"/>
          </ac:spMkLst>
        </pc:spChg>
      </pc:sldChg>
      <pc:sldChg chg="addSp modSp del mod">
        <pc:chgData name="Muhammed ORHANTEKİN" userId="7b480bc2-a1f8-4a80-b188-4a783a15bde1" providerId="ADAL" clId="{53B9FA1F-F2C5-4D01-9B19-2E0AA410BEEF}" dt="2025-06-11T14:20:29.062" v="337" actId="2696"/>
        <pc:sldMkLst>
          <pc:docMk/>
          <pc:sldMk cId="1362350983" sldId="271"/>
        </pc:sldMkLst>
        <pc:spChg chg="mod">
          <ac:chgData name="Muhammed ORHANTEKİN" userId="7b480bc2-a1f8-4a80-b188-4a783a15bde1" providerId="ADAL" clId="{53B9FA1F-F2C5-4D01-9B19-2E0AA410BEEF}" dt="2025-06-11T14:13:23.282" v="276"/>
          <ac:spMkLst>
            <pc:docMk/>
            <pc:sldMk cId="1362350983" sldId="271"/>
            <ac:spMk id="3" creationId="{CFD089A2-AA72-BFEB-6741-84A5CD4DC71F}"/>
          </ac:spMkLst>
        </pc:spChg>
        <pc:spChg chg="add">
          <ac:chgData name="Muhammed ORHANTEKİN" userId="7b480bc2-a1f8-4a80-b188-4a783a15bde1" providerId="ADAL" clId="{53B9FA1F-F2C5-4D01-9B19-2E0AA410BEEF}" dt="2025-06-11T14:10:16.357" v="236"/>
          <ac:spMkLst>
            <pc:docMk/>
            <pc:sldMk cId="1362350983" sldId="271"/>
            <ac:spMk id="4" creationId="{9DBCE4AC-8288-7A7B-5963-C9E4CB4D9F90}"/>
          </ac:spMkLst>
        </pc:spChg>
      </pc:sldChg>
      <pc:sldChg chg="addSp modSp mod">
        <pc:chgData name="Muhammed ORHANTEKİN" userId="7b480bc2-a1f8-4a80-b188-4a783a15bde1" providerId="ADAL" clId="{53B9FA1F-F2C5-4D01-9B19-2E0AA410BEEF}" dt="2025-06-11T14:31:16.107" v="422" actId="255"/>
        <pc:sldMkLst>
          <pc:docMk/>
          <pc:sldMk cId="1368287890" sldId="272"/>
        </pc:sldMkLst>
        <pc:spChg chg="add">
          <ac:chgData name="Muhammed ORHANTEKİN" userId="7b480bc2-a1f8-4a80-b188-4a783a15bde1" providerId="ADAL" clId="{53B9FA1F-F2C5-4D01-9B19-2E0AA410BEEF}" dt="2025-06-11T14:21:31.165" v="339"/>
          <ac:spMkLst>
            <pc:docMk/>
            <pc:sldMk cId="1368287890" sldId="272"/>
            <ac:spMk id="2" creationId="{9A236499-26A2-1738-8EDF-79E3DCEBE96F}"/>
          </ac:spMkLst>
        </pc:spChg>
        <pc:spChg chg="mod">
          <ac:chgData name="Muhammed ORHANTEKİN" userId="7b480bc2-a1f8-4a80-b188-4a783a15bde1" providerId="ADAL" clId="{53B9FA1F-F2C5-4D01-9B19-2E0AA410BEEF}" dt="2025-06-11T14:31:16.107" v="422" actId="255"/>
          <ac:spMkLst>
            <pc:docMk/>
            <pc:sldMk cId="1368287890" sldId="272"/>
            <ac:spMk id="3" creationId="{5DBE46CF-8A03-6E51-2DBE-1BB53C52E4AC}"/>
          </ac:spMkLst>
        </pc:spChg>
        <pc:spChg chg="add">
          <ac:chgData name="Muhammed ORHANTEKİN" userId="7b480bc2-a1f8-4a80-b188-4a783a15bde1" providerId="ADAL" clId="{53B9FA1F-F2C5-4D01-9B19-2E0AA410BEEF}" dt="2025-06-11T14:21:31.165" v="339"/>
          <ac:spMkLst>
            <pc:docMk/>
            <pc:sldMk cId="1368287890" sldId="272"/>
            <ac:spMk id="4" creationId="{5DD13751-970A-D107-DE1A-BAECDE06777A}"/>
          </ac:spMkLst>
        </pc:spChg>
        <pc:spChg chg="add">
          <ac:chgData name="Muhammed ORHANTEKİN" userId="7b480bc2-a1f8-4a80-b188-4a783a15bde1" providerId="ADAL" clId="{53B9FA1F-F2C5-4D01-9B19-2E0AA410BEEF}" dt="2025-06-11T14:21:31.165" v="339"/>
          <ac:spMkLst>
            <pc:docMk/>
            <pc:sldMk cId="1368287890" sldId="272"/>
            <ac:spMk id="5" creationId="{54F241FE-6E3D-86F6-3A4F-8224FDA571E2}"/>
          </ac:spMkLst>
        </pc:spChg>
        <pc:spChg chg="add">
          <ac:chgData name="Muhammed ORHANTEKİN" userId="7b480bc2-a1f8-4a80-b188-4a783a15bde1" providerId="ADAL" clId="{53B9FA1F-F2C5-4D01-9B19-2E0AA410BEEF}" dt="2025-06-11T14:25:35.461" v="382"/>
          <ac:spMkLst>
            <pc:docMk/>
            <pc:sldMk cId="1368287890" sldId="272"/>
            <ac:spMk id="6" creationId="{E730F8A0-E525-4410-439B-D948A957D82F}"/>
          </ac:spMkLst>
        </pc:spChg>
        <pc:spChg chg="add">
          <ac:chgData name="Muhammed ORHANTEKİN" userId="7b480bc2-a1f8-4a80-b188-4a783a15bde1" providerId="ADAL" clId="{53B9FA1F-F2C5-4D01-9B19-2E0AA410BEEF}" dt="2025-06-11T14:25:39.054" v="383"/>
          <ac:spMkLst>
            <pc:docMk/>
            <pc:sldMk cId="1368287890" sldId="272"/>
            <ac:spMk id="7" creationId="{799BBE02-A299-017E-0227-48CD2D26707A}"/>
          </ac:spMkLst>
        </pc:spChg>
      </pc:sldChg>
      <pc:sldChg chg="modSp mod">
        <pc:chgData name="Muhammed ORHANTEKİN" userId="7b480bc2-a1f8-4a80-b188-4a783a15bde1" providerId="ADAL" clId="{53B9FA1F-F2C5-4D01-9B19-2E0AA410BEEF}" dt="2025-06-11T14:34:16.938" v="451" actId="20577"/>
        <pc:sldMkLst>
          <pc:docMk/>
          <pc:sldMk cId="3159218373" sldId="273"/>
        </pc:sldMkLst>
        <pc:spChg chg="mod">
          <ac:chgData name="Muhammed ORHANTEKİN" userId="7b480bc2-a1f8-4a80-b188-4a783a15bde1" providerId="ADAL" clId="{53B9FA1F-F2C5-4D01-9B19-2E0AA410BEEF}" dt="2025-06-11T14:34:16.938" v="451" actId="20577"/>
          <ac:spMkLst>
            <pc:docMk/>
            <pc:sldMk cId="3159218373" sldId="273"/>
            <ac:spMk id="3" creationId="{FFD15824-D697-40C7-4189-9E85FACEB8DD}"/>
          </ac:spMkLst>
        </pc:spChg>
      </pc:sldChg>
      <pc:sldChg chg="modSp mod">
        <pc:chgData name="Muhammed ORHANTEKİN" userId="7b480bc2-a1f8-4a80-b188-4a783a15bde1" providerId="ADAL" clId="{53B9FA1F-F2C5-4D01-9B19-2E0AA410BEEF}" dt="2025-06-11T14:44:07.814" v="660" actId="1076"/>
        <pc:sldMkLst>
          <pc:docMk/>
          <pc:sldMk cId="995756836" sldId="274"/>
        </pc:sldMkLst>
        <pc:spChg chg="mod">
          <ac:chgData name="Muhammed ORHANTEKİN" userId="7b480bc2-a1f8-4a80-b188-4a783a15bde1" providerId="ADAL" clId="{53B9FA1F-F2C5-4D01-9B19-2E0AA410BEEF}" dt="2025-06-11T14:44:07.814" v="660" actId="1076"/>
          <ac:spMkLst>
            <pc:docMk/>
            <pc:sldMk cId="995756836" sldId="274"/>
            <ac:spMk id="3" creationId="{6C9E484D-1BEB-6A20-E51F-CB1153DDF340}"/>
          </ac:spMkLst>
        </pc:spChg>
      </pc:sldChg>
      <pc:sldChg chg="modSp mod">
        <pc:chgData name="Muhammed ORHANTEKİN" userId="7b480bc2-a1f8-4a80-b188-4a783a15bde1" providerId="ADAL" clId="{53B9FA1F-F2C5-4D01-9B19-2E0AA410BEEF}" dt="2025-06-11T14:39:01.136" v="494" actId="20577"/>
        <pc:sldMkLst>
          <pc:docMk/>
          <pc:sldMk cId="339348293" sldId="275"/>
        </pc:sldMkLst>
        <pc:spChg chg="mod">
          <ac:chgData name="Muhammed ORHANTEKİN" userId="7b480bc2-a1f8-4a80-b188-4a783a15bde1" providerId="ADAL" clId="{53B9FA1F-F2C5-4D01-9B19-2E0AA410BEEF}" dt="2025-06-11T14:39:01.136" v="494" actId="20577"/>
          <ac:spMkLst>
            <pc:docMk/>
            <pc:sldMk cId="339348293" sldId="275"/>
            <ac:spMk id="3" creationId="{2E87CB8B-4802-1A4B-110B-DC7C2F9287C9}"/>
          </ac:spMkLst>
        </pc:spChg>
      </pc:sldChg>
      <pc:sldChg chg="modSp mod">
        <pc:chgData name="Muhammed ORHANTEKİN" userId="7b480bc2-a1f8-4a80-b188-4a783a15bde1" providerId="ADAL" clId="{53B9FA1F-F2C5-4D01-9B19-2E0AA410BEEF}" dt="2025-06-11T14:41:53.989" v="648" actId="20577"/>
        <pc:sldMkLst>
          <pc:docMk/>
          <pc:sldMk cId="1887778669" sldId="276"/>
        </pc:sldMkLst>
        <pc:spChg chg="mod">
          <ac:chgData name="Muhammed ORHANTEKİN" userId="7b480bc2-a1f8-4a80-b188-4a783a15bde1" providerId="ADAL" clId="{53B9FA1F-F2C5-4D01-9B19-2E0AA410BEEF}" dt="2025-06-11T14:40:43.938" v="550" actId="1076"/>
          <ac:spMkLst>
            <pc:docMk/>
            <pc:sldMk cId="1887778669" sldId="276"/>
            <ac:spMk id="2" creationId="{AF1F4CA1-FDB1-2D33-1DBC-F6B7604A9550}"/>
          </ac:spMkLst>
        </pc:spChg>
        <pc:spChg chg="mod">
          <ac:chgData name="Muhammed ORHANTEKİN" userId="7b480bc2-a1f8-4a80-b188-4a783a15bde1" providerId="ADAL" clId="{53B9FA1F-F2C5-4D01-9B19-2E0AA410BEEF}" dt="2025-06-11T14:41:53.989" v="648" actId="20577"/>
          <ac:spMkLst>
            <pc:docMk/>
            <pc:sldMk cId="1887778669" sldId="276"/>
            <ac:spMk id="6" creationId="{F460BD19-A5F5-3917-2E9C-13402C5B3C69}"/>
          </ac:spMkLst>
        </pc:spChg>
      </pc:sldChg>
      <pc:sldChg chg="modSp mod">
        <pc:chgData name="Muhammed ORHANTEKİN" userId="7b480bc2-a1f8-4a80-b188-4a783a15bde1" providerId="ADAL" clId="{53B9FA1F-F2C5-4D01-9B19-2E0AA410BEEF}" dt="2025-06-11T14:45:58.223" v="677" actId="1076"/>
        <pc:sldMkLst>
          <pc:docMk/>
          <pc:sldMk cId="1428917566" sldId="277"/>
        </pc:sldMkLst>
        <pc:spChg chg="mod">
          <ac:chgData name="Muhammed ORHANTEKİN" userId="7b480bc2-a1f8-4a80-b188-4a783a15bde1" providerId="ADAL" clId="{53B9FA1F-F2C5-4D01-9B19-2E0AA410BEEF}" dt="2025-06-11T14:45:58.223" v="677" actId="1076"/>
          <ac:spMkLst>
            <pc:docMk/>
            <pc:sldMk cId="1428917566" sldId="277"/>
            <ac:spMk id="3" creationId="{34095A5B-F512-5A1C-CB53-91AFA5032AB9}"/>
          </ac:spMkLst>
        </pc:spChg>
      </pc:sldChg>
      <pc:sldChg chg="modSp mod">
        <pc:chgData name="Muhammed ORHANTEKİN" userId="7b480bc2-a1f8-4a80-b188-4a783a15bde1" providerId="ADAL" clId="{53B9FA1F-F2C5-4D01-9B19-2E0AA410BEEF}" dt="2025-06-11T14:49:34.772" v="723" actId="948"/>
        <pc:sldMkLst>
          <pc:docMk/>
          <pc:sldMk cId="3117117070" sldId="278"/>
        </pc:sldMkLst>
        <pc:spChg chg="mod">
          <ac:chgData name="Muhammed ORHANTEKİN" userId="7b480bc2-a1f8-4a80-b188-4a783a15bde1" providerId="ADAL" clId="{53B9FA1F-F2C5-4D01-9B19-2E0AA410BEEF}" dt="2025-06-11T14:49:34.772" v="723" actId="948"/>
          <ac:spMkLst>
            <pc:docMk/>
            <pc:sldMk cId="3117117070" sldId="278"/>
            <ac:spMk id="3" creationId="{AED42AE8-52D7-2911-6358-28EB6DC01DA1}"/>
          </ac:spMkLst>
        </pc:spChg>
      </pc:sldChg>
      <pc:sldChg chg="modSp mod">
        <pc:chgData name="Muhammed ORHANTEKİN" userId="7b480bc2-a1f8-4a80-b188-4a783a15bde1" providerId="ADAL" clId="{53B9FA1F-F2C5-4D01-9B19-2E0AA410BEEF}" dt="2025-06-11T14:50:16.059" v="771" actId="20577"/>
        <pc:sldMkLst>
          <pc:docMk/>
          <pc:sldMk cId="4224575379" sldId="279"/>
        </pc:sldMkLst>
        <pc:spChg chg="mod">
          <ac:chgData name="Muhammed ORHANTEKİN" userId="7b480bc2-a1f8-4a80-b188-4a783a15bde1" providerId="ADAL" clId="{53B9FA1F-F2C5-4D01-9B19-2E0AA410BEEF}" dt="2025-06-11T14:49:56.966" v="742" actId="20577"/>
          <ac:spMkLst>
            <pc:docMk/>
            <pc:sldMk cId="4224575379" sldId="279"/>
            <ac:spMk id="2" creationId="{114E65D7-E141-655D-1940-085ABE9FC0D4}"/>
          </ac:spMkLst>
        </pc:spChg>
        <pc:spChg chg="mod">
          <ac:chgData name="Muhammed ORHANTEKİN" userId="7b480bc2-a1f8-4a80-b188-4a783a15bde1" providerId="ADAL" clId="{53B9FA1F-F2C5-4D01-9B19-2E0AA410BEEF}" dt="2025-06-11T14:50:16.059" v="771" actId="20577"/>
          <ac:spMkLst>
            <pc:docMk/>
            <pc:sldMk cId="4224575379" sldId="279"/>
            <ac:spMk id="7" creationId="{F12F5072-069A-6473-A638-4BE019CD7F9D}"/>
          </ac:spMkLst>
        </pc:spChg>
      </pc:sldChg>
      <pc:sldChg chg="modSp mod">
        <pc:chgData name="Muhammed ORHANTEKİN" userId="7b480bc2-a1f8-4a80-b188-4a783a15bde1" providerId="ADAL" clId="{53B9FA1F-F2C5-4D01-9B19-2E0AA410BEEF}" dt="2025-06-11T14:50:56.249" v="816" actId="20577"/>
        <pc:sldMkLst>
          <pc:docMk/>
          <pc:sldMk cId="450763791" sldId="280"/>
        </pc:sldMkLst>
        <pc:spChg chg="mod">
          <ac:chgData name="Muhammed ORHANTEKİN" userId="7b480bc2-a1f8-4a80-b188-4a783a15bde1" providerId="ADAL" clId="{53B9FA1F-F2C5-4D01-9B19-2E0AA410BEEF}" dt="2025-06-11T14:50:56.249" v="816" actId="20577"/>
          <ac:spMkLst>
            <pc:docMk/>
            <pc:sldMk cId="450763791" sldId="280"/>
            <ac:spMk id="5" creationId="{CB1F7603-4A00-2A14-04F1-98CD53835A1D}"/>
          </ac:spMkLst>
        </pc:spChg>
        <pc:spChg chg="mod">
          <ac:chgData name="Muhammed ORHANTEKİN" userId="7b480bc2-a1f8-4a80-b188-4a783a15bde1" providerId="ADAL" clId="{53B9FA1F-F2C5-4D01-9B19-2E0AA410BEEF}" dt="2025-06-11T14:50:37.219" v="797" actId="5793"/>
          <ac:spMkLst>
            <pc:docMk/>
            <pc:sldMk cId="450763791" sldId="280"/>
            <ac:spMk id="6" creationId="{8FCF4115-DDC3-1AC8-E0B4-69E3919EA55A}"/>
          </ac:spMkLst>
        </pc:spChg>
      </pc:sldChg>
      <pc:sldChg chg="modSp mod">
        <pc:chgData name="Muhammed ORHANTEKİN" userId="7b480bc2-a1f8-4a80-b188-4a783a15bde1" providerId="ADAL" clId="{53B9FA1F-F2C5-4D01-9B19-2E0AA410BEEF}" dt="2025-06-11T14:57:34.802" v="1098" actId="20577"/>
        <pc:sldMkLst>
          <pc:docMk/>
          <pc:sldMk cId="1618270189" sldId="282"/>
        </pc:sldMkLst>
        <pc:spChg chg="mod">
          <ac:chgData name="Muhammed ORHANTEKİN" userId="7b480bc2-a1f8-4a80-b188-4a783a15bde1" providerId="ADAL" clId="{53B9FA1F-F2C5-4D01-9B19-2E0AA410BEEF}" dt="2025-06-11T14:57:34.802" v="1098" actId="20577"/>
          <ac:spMkLst>
            <pc:docMk/>
            <pc:sldMk cId="1618270189" sldId="282"/>
            <ac:spMk id="7" creationId="{F992C0D2-F110-C7B0-EA8F-FDBA5C7E4355}"/>
          </ac:spMkLst>
        </pc:spChg>
      </pc:sldChg>
      <pc:sldChg chg="modSp mod">
        <pc:chgData name="Muhammed ORHANTEKİN" userId="7b480bc2-a1f8-4a80-b188-4a783a15bde1" providerId="ADAL" clId="{53B9FA1F-F2C5-4D01-9B19-2E0AA410BEEF}" dt="2025-06-11T15:00:52.937" v="1205" actId="20577"/>
        <pc:sldMkLst>
          <pc:docMk/>
          <pc:sldMk cId="464321777" sldId="283"/>
        </pc:sldMkLst>
        <pc:spChg chg="mod">
          <ac:chgData name="Muhammed ORHANTEKİN" userId="7b480bc2-a1f8-4a80-b188-4a783a15bde1" providerId="ADAL" clId="{53B9FA1F-F2C5-4D01-9B19-2E0AA410BEEF}" dt="2025-06-11T15:00:52.937" v="1205" actId="20577"/>
          <ac:spMkLst>
            <pc:docMk/>
            <pc:sldMk cId="464321777" sldId="283"/>
            <ac:spMk id="8" creationId="{4121C366-27DC-E44B-7B34-30BE81C710B4}"/>
          </ac:spMkLst>
        </pc:spChg>
      </pc:sldChg>
      <pc:sldChg chg="modSp mod">
        <pc:chgData name="Muhammed ORHANTEKİN" userId="7b480bc2-a1f8-4a80-b188-4a783a15bde1" providerId="ADAL" clId="{53B9FA1F-F2C5-4D01-9B19-2E0AA410BEEF}" dt="2025-06-11T15:02:36.460" v="1313" actId="14100"/>
        <pc:sldMkLst>
          <pc:docMk/>
          <pc:sldMk cId="4089322977" sldId="284"/>
        </pc:sldMkLst>
        <pc:spChg chg="mod">
          <ac:chgData name="Muhammed ORHANTEKİN" userId="7b480bc2-a1f8-4a80-b188-4a783a15bde1" providerId="ADAL" clId="{53B9FA1F-F2C5-4D01-9B19-2E0AA410BEEF}" dt="2025-06-11T15:02:36.460" v="1313" actId="14100"/>
          <ac:spMkLst>
            <pc:docMk/>
            <pc:sldMk cId="4089322977" sldId="284"/>
            <ac:spMk id="5" creationId="{E860F6CA-E37D-2E5A-390E-800E88C837AB}"/>
          </ac:spMkLst>
        </pc:spChg>
      </pc:sldChg>
      <pc:sldChg chg="addSp modSp mod">
        <pc:chgData name="Muhammed ORHANTEKİN" userId="7b480bc2-a1f8-4a80-b188-4a783a15bde1" providerId="ADAL" clId="{53B9FA1F-F2C5-4D01-9B19-2E0AA410BEEF}" dt="2025-06-11T15:07:35.372" v="1425" actId="113"/>
        <pc:sldMkLst>
          <pc:docMk/>
          <pc:sldMk cId="1302487353" sldId="285"/>
        </pc:sldMkLst>
        <pc:spChg chg="mod">
          <ac:chgData name="Muhammed ORHANTEKİN" userId="7b480bc2-a1f8-4a80-b188-4a783a15bde1" providerId="ADAL" clId="{53B9FA1F-F2C5-4D01-9B19-2E0AA410BEEF}" dt="2025-06-11T15:07:35.372" v="1425" actId="113"/>
          <ac:spMkLst>
            <pc:docMk/>
            <pc:sldMk cId="1302487353" sldId="285"/>
            <ac:spMk id="2" creationId="{984AC8E8-2E25-94A3-61DC-2A7F6F48C39C}"/>
          </ac:spMkLst>
        </pc:spChg>
        <pc:spChg chg="add">
          <ac:chgData name="Muhammed ORHANTEKİN" userId="7b480bc2-a1f8-4a80-b188-4a783a15bde1" providerId="ADAL" clId="{53B9FA1F-F2C5-4D01-9B19-2E0AA410BEEF}" dt="2025-06-11T15:03:14.059" v="1314"/>
          <ac:spMkLst>
            <pc:docMk/>
            <pc:sldMk cId="1302487353" sldId="285"/>
            <ac:spMk id="3" creationId="{6905FA36-21AE-7B71-4AE8-093C3917629B}"/>
          </ac:spMkLst>
        </pc:spChg>
        <pc:spChg chg="mod">
          <ac:chgData name="Muhammed ORHANTEKİN" userId="7b480bc2-a1f8-4a80-b188-4a783a15bde1" providerId="ADAL" clId="{53B9FA1F-F2C5-4D01-9B19-2E0AA410BEEF}" dt="2025-06-11T15:06:08.850" v="1385" actId="6549"/>
          <ac:spMkLst>
            <pc:docMk/>
            <pc:sldMk cId="1302487353" sldId="285"/>
            <ac:spMk id="27" creationId="{7093CE74-72C5-AFC0-231E-7CC5B4CC919B}"/>
          </ac:spMkLst>
        </pc:spChg>
        <pc:spChg chg="mod">
          <ac:chgData name="Muhammed ORHANTEKİN" userId="7b480bc2-a1f8-4a80-b188-4a783a15bde1" providerId="ADAL" clId="{53B9FA1F-F2C5-4D01-9B19-2E0AA410BEEF}" dt="2025-06-11T15:07:22.766" v="1423" actId="6549"/>
          <ac:spMkLst>
            <pc:docMk/>
            <pc:sldMk cId="1302487353" sldId="285"/>
            <ac:spMk id="28" creationId="{FB17E20F-1AA5-801E-A937-9571740E5D99}"/>
          </ac:spMkLst>
        </pc:spChg>
      </pc:sldChg>
      <pc:sldChg chg="modSp mod">
        <pc:chgData name="Muhammed ORHANTEKİN" userId="7b480bc2-a1f8-4a80-b188-4a783a15bde1" providerId="ADAL" clId="{53B9FA1F-F2C5-4D01-9B19-2E0AA410BEEF}" dt="2025-06-11T15:13:14.624" v="1520" actId="20577"/>
        <pc:sldMkLst>
          <pc:docMk/>
          <pc:sldMk cId="2152690516" sldId="286"/>
        </pc:sldMkLst>
        <pc:spChg chg="mod">
          <ac:chgData name="Muhammed ORHANTEKİN" userId="7b480bc2-a1f8-4a80-b188-4a783a15bde1" providerId="ADAL" clId="{53B9FA1F-F2C5-4D01-9B19-2E0AA410BEEF}" dt="2025-06-11T15:13:14.624" v="1520" actId="20577"/>
          <ac:spMkLst>
            <pc:docMk/>
            <pc:sldMk cId="2152690516" sldId="286"/>
            <ac:spMk id="4" creationId="{91E3332C-CDC2-74BD-712A-EC8855FC36A9}"/>
          </ac:spMkLst>
        </pc:spChg>
      </pc:sldChg>
      <pc:sldChg chg="modSp mod">
        <pc:chgData name="Muhammed ORHANTEKİN" userId="7b480bc2-a1f8-4a80-b188-4a783a15bde1" providerId="ADAL" clId="{53B9FA1F-F2C5-4D01-9B19-2E0AA410BEEF}" dt="2025-06-11T15:16:09.027" v="1539" actId="948"/>
        <pc:sldMkLst>
          <pc:docMk/>
          <pc:sldMk cId="663765280" sldId="287"/>
        </pc:sldMkLst>
        <pc:spChg chg="mod">
          <ac:chgData name="Muhammed ORHANTEKİN" userId="7b480bc2-a1f8-4a80-b188-4a783a15bde1" providerId="ADAL" clId="{53B9FA1F-F2C5-4D01-9B19-2E0AA410BEEF}" dt="2025-06-11T15:16:09.027" v="1539" actId="948"/>
          <ac:spMkLst>
            <pc:docMk/>
            <pc:sldMk cId="663765280" sldId="287"/>
            <ac:spMk id="4" creationId="{F8626446-7581-376A-3D6F-1FF8DFB9309F}"/>
          </ac:spMkLst>
        </pc:spChg>
      </pc:sldChg>
      <pc:sldChg chg="modSp mod">
        <pc:chgData name="Muhammed ORHANTEKİN" userId="7b480bc2-a1f8-4a80-b188-4a783a15bde1" providerId="ADAL" clId="{53B9FA1F-F2C5-4D01-9B19-2E0AA410BEEF}" dt="2025-06-11T15:10:27.216" v="1510" actId="255"/>
        <pc:sldMkLst>
          <pc:docMk/>
          <pc:sldMk cId="1928938654" sldId="288"/>
        </pc:sldMkLst>
        <pc:spChg chg="mod">
          <ac:chgData name="Muhammed ORHANTEKİN" userId="7b480bc2-a1f8-4a80-b188-4a783a15bde1" providerId="ADAL" clId="{53B9FA1F-F2C5-4D01-9B19-2E0AA410BEEF}" dt="2025-06-11T15:10:27.216" v="1510" actId="255"/>
          <ac:spMkLst>
            <pc:docMk/>
            <pc:sldMk cId="1928938654" sldId="288"/>
            <ac:spMk id="6" creationId="{DC016D97-076E-D69C-D375-9C69F2E182C4}"/>
          </ac:spMkLst>
        </pc:spChg>
      </pc:sldChg>
      <pc:sldChg chg="modSp mod">
        <pc:chgData name="Muhammed ORHANTEKİN" userId="7b480bc2-a1f8-4a80-b188-4a783a15bde1" providerId="ADAL" clId="{53B9FA1F-F2C5-4D01-9B19-2E0AA410BEEF}" dt="2025-06-11T15:14:46.690" v="1531" actId="14100"/>
        <pc:sldMkLst>
          <pc:docMk/>
          <pc:sldMk cId="3453343561" sldId="289"/>
        </pc:sldMkLst>
        <pc:spChg chg="mod">
          <ac:chgData name="Muhammed ORHANTEKİN" userId="7b480bc2-a1f8-4a80-b188-4a783a15bde1" providerId="ADAL" clId="{53B9FA1F-F2C5-4D01-9B19-2E0AA410BEEF}" dt="2025-06-11T15:14:22.986" v="1527" actId="1076"/>
          <ac:spMkLst>
            <pc:docMk/>
            <pc:sldMk cId="3453343561" sldId="289"/>
            <ac:spMk id="5" creationId="{D0597F1E-DBC6-7632-DE5C-6AE2E7E419E9}"/>
          </ac:spMkLst>
        </pc:spChg>
        <pc:spChg chg="mod">
          <ac:chgData name="Muhammed ORHANTEKİN" userId="7b480bc2-a1f8-4a80-b188-4a783a15bde1" providerId="ADAL" clId="{53B9FA1F-F2C5-4D01-9B19-2E0AA410BEEF}" dt="2025-06-11T15:14:46.690" v="1531" actId="14100"/>
          <ac:spMkLst>
            <pc:docMk/>
            <pc:sldMk cId="3453343561" sldId="289"/>
            <ac:spMk id="6" creationId="{23CD40E7-A892-E50A-8947-40D0170549AC}"/>
          </ac:spMkLst>
        </pc:spChg>
      </pc:sldChg>
      <pc:sldChg chg="modSp mod">
        <pc:chgData name="Muhammed ORHANTEKİN" userId="7b480bc2-a1f8-4a80-b188-4a783a15bde1" providerId="ADAL" clId="{53B9FA1F-F2C5-4D01-9B19-2E0AA410BEEF}" dt="2025-06-11T15:18:59.371" v="1552" actId="14100"/>
        <pc:sldMkLst>
          <pc:docMk/>
          <pc:sldMk cId="1797562975" sldId="290"/>
        </pc:sldMkLst>
        <pc:spChg chg="mod">
          <ac:chgData name="Muhammed ORHANTEKİN" userId="7b480bc2-a1f8-4a80-b188-4a783a15bde1" providerId="ADAL" clId="{53B9FA1F-F2C5-4D01-9B19-2E0AA410BEEF}" dt="2025-06-11T15:18:59.371" v="1552" actId="14100"/>
          <ac:spMkLst>
            <pc:docMk/>
            <pc:sldMk cId="1797562975" sldId="290"/>
            <ac:spMk id="3" creationId="{5D7E11CA-FE36-B829-2F25-FAF3BC11E05E}"/>
          </ac:spMkLst>
        </pc:spChg>
      </pc:sldChg>
      <pc:sldChg chg="modSp mod">
        <pc:chgData name="Muhammed ORHANTEKİN" userId="7b480bc2-a1f8-4a80-b188-4a783a15bde1" providerId="ADAL" clId="{53B9FA1F-F2C5-4D01-9B19-2E0AA410BEEF}" dt="2025-06-11T14:58:25.155" v="1141" actId="20577"/>
        <pc:sldMkLst>
          <pc:docMk/>
          <pc:sldMk cId="1016595854" sldId="291"/>
        </pc:sldMkLst>
        <pc:spChg chg="mod">
          <ac:chgData name="Muhammed ORHANTEKİN" userId="7b480bc2-a1f8-4a80-b188-4a783a15bde1" providerId="ADAL" clId="{53B9FA1F-F2C5-4D01-9B19-2E0AA410BEEF}" dt="2025-06-11T14:58:25.155" v="1141" actId="20577"/>
          <ac:spMkLst>
            <pc:docMk/>
            <pc:sldMk cId="1016595854" sldId="291"/>
            <ac:spMk id="4" creationId="{DC5428C2-F58C-8591-4F36-E8048F84416A}"/>
          </ac:spMkLst>
        </pc:spChg>
      </pc:sldChg>
      <pc:sldChg chg="modSp mod">
        <pc:chgData name="Muhammed ORHANTEKİN" userId="7b480bc2-a1f8-4a80-b188-4a783a15bde1" providerId="ADAL" clId="{53B9FA1F-F2C5-4D01-9B19-2E0AA410BEEF}" dt="2025-06-11T15:00:37.881" v="1203" actId="20577"/>
        <pc:sldMkLst>
          <pc:docMk/>
          <pc:sldMk cId="588218501" sldId="292"/>
        </pc:sldMkLst>
        <pc:spChg chg="mod">
          <ac:chgData name="Muhammed ORHANTEKİN" userId="7b480bc2-a1f8-4a80-b188-4a783a15bde1" providerId="ADAL" clId="{53B9FA1F-F2C5-4D01-9B19-2E0AA410BEEF}" dt="2025-06-11T15:00:37.881" v="1203" actId="20577"/>
          <ac:spMkLst>
            <pc:docMk/>
            <pc:sldMk cId="588218501" sldId="292"/>
            <ac:spMk id="4" creationId="{DB3794D7-BBF9-B279-AF28-47932977C2A8}"/>
          </ac:spMkLst>
        </pc:spChg>
        <pc:spChg chg="mod">
          <ac:chgData name="Muhammed ORHANTEKİN" userId="7b480bc2-a1f8-4a80-b188-4a783a15bde1" providerId="ADAL" clId="{53B9FA1F-F2C5-4D01-9B19-2E0AA410BEEF}" dt="2025-06-11T14:54:49.417" v="952"/>
          <ac:spMkLst>
            <pc:docMk/>
            <pc:sldMk cId="588218501" sldId="292"/>
            <ac:spMk id="7" creationId="{FEA820F5-64C5-2875-C18B-03250E3FAECB}"/>
          </ac:spMkLst>
        </pc:spChg>
        <pc:picChg chg="mod">
          <ac:chgData name="Muhammed ORHANTEKİN" userId="7b480bc2-a1f8-4a80-b188-4a783a15bde1" providerId="ADAL" clId="{53B9FA1F-F2C5-4D01-9B19-2E0AA410BEEF}" dt="2025-06-11T14:56:31.271" v="1054" actId="14100"/>
          <ac:picMkLst>
            <pc:docMk/>
            <pc:sldMk cId="588218501" sldId="292"/>
            <ac:picMk id="5" creationId="{876BFA39-A555-3713-76F5-85008876444A}"/>
          </ac:picMkLst>
        </pc:picChg>
      </pc:sldChg>
      <pc:sldChg chg="modSp mod">
        <pc:chgData name="Muhammed ORHANTEKİN" userId="7b480bc2-a1f8-4a80-b188-4a783a15bde1" providerId="ADAL" clId="{53B9FA1F-F2C5-4D01-9B19-2E0AA410BEEF}" dt="2025-06-11T14:54:37.302" v="951" actId="1076"/>
        <pc:sldMkLst>
          <pc:docMk/>
          <pc:sldMk cId="793636137" sldId="293"/>
        </pc:sldMkLst>
        <pc:spChg chg="mod">
          <ac:chgData name="Muhammed ORHANTEKİN" userId="7b480bc2-a1f8-4a80-b188-4a783a15bde1" providerId="ADAL" clId="{53B9FA1F-F2C5-4D01-9B19-2E0AA410BEEF}" dt="2025-06-11T14:54:37.302" v="951" actId="1076"/>
          <ac:spMkLst>
            <pc:docMk/>
            <pc:sldMk cId="793636137" sldId="293"/>
            <ac:spMk id="4" creationId="{8884337D-C3FF-7095-A671-3E997DAE3D3C}"/>
          </ac:spMkLst>
        </pc:spChg>
        <pc:spChg chg="mod">
          <ac:chgData name="Muhammed ORHANTEKİN" userId="7b480bc2-a1f8-4a80-b188-4a783a15bde1" providerId="ADAL" clId="{53B9FA1F-F2C5-4D01-9B19-2E0AA410BEEF}" dt="2025-06-11T14:51:04.251" v="817"/>
          <ac:spMkLst>
            <pc:docMk/>
            <pc:sldMk cId="793636137" sldId="293"/>
            <ac:spMk id="5" creationId="{DD306C65-0C6F-D0C0-8447-5256FB35B7E0}"/>
          </ac:spMkLst>
        </pc:spChg>
      </pc:sldChg>
      <pc:sldChg chg="addSp delSp modSp new mod">
        <pc:chgData name="Muhammed ORHANTEKİN" userId="7b480bc2-a1f8-4a80-b188-4a783a15bde1" providerId="ADAL" clId="{53B9FA1F-F2C5-4D01-9B19-2E0AA410BEEF}" dt="2025-06-11T13:39:52.617" v="52" actId="1076"/>
        <pc:sldMkLst>
          <pc:docMk/>
          <pc:sldMk cId="104345476" sldId="294"/>
        </pc:sldMkLst>
        <pc:spChg chg="del">
          <ac:chgData name="Muhammed ORHANTEKİN" userId="7b480bc2-a1f8-4a80-b188-4a783a15bde1" providerId="ADAL" clId="{53B9FA1F-F2C5-4D01-9B19-2E0AA410BEEF}" dt="2025-06-11T13:31:59.078" v="12" actId="478"/>
          <ac:spMkLst>
            <pc:docMk/>
            <pc:sldMk cId="104345476" sldId="294"/>
            <ac:spMk id="2" creationId="{46C2EDB0-F49E-E6BE-ED85-5B37B3489260}"/>
          </ac:spMkLst>
        </pc:spChg>
        <pc:spChg chg="del">
          <ac:chgData name="Muhammed ORHANTEKİN" userId="7b480bc2-a1f8-4a80-b188-4a783a15bde1" providerId="ADAL" clId="{53B9FA1F-F2C5-4D01-9B19-2E0AA410BEEF}" dt="2025-06-11T13:31:56.283" v="11" actId="478"/>
          <ac:spMkLst>
            <pc:docMk/>
            <pc:sldMk cId="104345476" sldId="294"/>
            <ac:spMk id="3" creationId="{12AD27B8-EA88-17FB-541D-F4466546F502}"/>
          </ac:spMkLst>
        </pc:spChg>
        <pc:spChg chg="add mod">
          <ac:chgData name="Muhammed ORHANTEKİN" userId="7b480bc2-a1f8-4a80-b188-4a783a15bde1" providerId="ADAL" clId="{53B9FA1F-F2C5-4D01-9B19-2E0AA410BEEF}" dt="2025-06-11T13:39:52.617" v="52" actId="1076"/>
          <ac:spMkLst>
            <pc:docMk/>
            <pc:sldMk cId="104345476" sldId="294"/>
            <ac:spMk id="5" creationId="{AD72DB4B-790E-0DA3-3E17-62DB1B9468D3}"/>
          </ac:spMkLst>
        </pc:spChg>
      </pc:sldChg>
      <pc:sldChg chg="addSp delSp new del mod">
        <pc:chgData name="Muhammed ORHANTEKİN" userId="7b480bc2-a1f8-4a80-b188-4a783a15bde1" providerId="ADAL" clId="{53B9FA1F-F2C5-4D01-9B19-2E0AA410BEEF}" dt="2025-06-11T13:22:36.159" v="5" actId="2696"/>
        <pc:sldMkLst>
          <pc:docMk/>
          <pc:sldMk cId="1259607362" sldId="294"/>
        </pc:sldMkLst>
        <pc:spChg chg="del">
          <ac:chgData name="Muhammed ORHANTEKİN" userId="7b480bc2-a1f8-4a80-b188-4a783a15bde1" providerId="ADAL" clId="{53B9FA1F-F2C5-4D01-9B19-2E0AA410BEEF}" dt="2025-06-11T13:22:18.964" v="2" actId="478"/>
          <ac:spMkLst>
            <pc:docMk/>
            <pc:sldMk cId="1259607362" sldId="294"/>
            <ac:spMk id="2" creationId="{E9F11845-9E7D-9DE6-BD70-3592050D8D5F}"/>
          </ac:spMkLst>
        </pc:spChg>
        <pc:spChg chg="del">
          <ac:chgData name="Muhammed ORHANTEKİN" userId="7b480bc2-a1f8-4a80-b188-4a783a15bde1" providerId="ADAL" clId="{53B9FA1F-F2C5-4D01-9B19-2E0AA410BEEF}" dt="2025-06-11T13:22:16.966" v="1" actId="478"/>
          <ac:spMkLst>
            <pc:docMk/>
            <pc:sldMk cId="1259607362" sldId="294"/>
            <ac:spMk id="3" creationId="{7E7F73D0-4297-5A69-11D4-7E095C8967ED}"/>
          </ac:spMkLst>
        </pc:spChg>
        <pc:spChg chg="add del">
          <ac:chgData name="Muhammed ORHANTEKİN" userId="7b480bc2-a1f8-4a80-b188-4a783a15bde1" providerId="ADAL" clId="{53B9FA1F-F2C5-4D01-9B19-2E0AA410BEEF}" dt="2025-06-11T13:22:32.688" v="4" actId="478"/>
          <ac:spMkLst>
            <pc:docMk/>
            <pc:sldMk cId="1259607362" sldId="294"/>
            <ac:spMk id="5" creationId="{6D8FF052-20FB-A1A9-75CF-092330AA26B0}"/>
          </ac:spMkLst>
        </pc:spChg>
      </pc:sldChg>
      <pc:sldChg chg="addSp delSp modSp new del mod chgLayout">
        <pc:chgData name="Muhammed ORHANTEKİN" userId="7b480bc2-a1f8-4a80-b188-4a783a15bde1" providerId="ADAL" clId="{53B9FA1F-F2C5-4D01-9B19-2E0AA410BEEF}" dt="2025-06-11T13:39:24.456" v="50" actId="2696"/>
        <pc:sldMkLst>
          <pc:docMk/>
          <pc:sldMk cId="1023497958" sldId="295"/>
        </pc:sldMkLst>
        <pc:spChg chg="del">
          <ac:chgData name="Muhammed ORHANTEKİN" userId="7b480bc2-a1f8-4a80-b188-4a783a15bde1" providerId="ADAL" clId="{53B9FA1F-F2C5-4D01-9B19-2E0AA410BEEF}" dt="2025-06-11T13:35:15.118" v="27" actId="478"/>
          <ac:spMkLst>
            <pc:docMk/>
            <pc:sldMk cId="1023497958" sldId="295"/>
            <ac:spMk id="2" creationId="{94FC041C-8924-F945-0691-964F4C7DF9D2}"/>
          </ac:spMkLst>
        </pc:spChg>
        <pc:spChg chg="del">
          <ac:chgData name="Muhammed ORHANTEKİN" userId="7b480bc2-a1f8-4a80-b188-4a783a15bde1" providerId="ADAL" clId="{53B9FA1F-F2C5-4D01-9B19-2E0AA410BEEF}" dt="2025-06-11T13:35:12.335" v="26" actId="478"/>
          <ac:spMkLst>
            <pc:docMk/>
            <pc:sldMk cId="1023497958" sldId="295"/>
            <ac:spMk id="3" creationId="{08DD41C0-69EB-C3D3-2094-7125D3C427A9}"/>
          </ac:spMkLst>
        </pc:spChg>
        <pc:spChg chg="add">
          <ac:chgData name="Muhammed ORHANTEKİN" userId="7b480bc2-a1f8-4a80-b188-4a783a15bde1" providerId="ADAL" clId="{53B9FA1F-F2C5-4D01-9B19-2E0AA410BEEF}" dt="2025-06-11T13:35:08.178" v="25"/>
          <ac:spMkLst>
            <pc:docMk/>
            <pc:sldMk cId="1023497958" sldId="295"/>
            <ac:spMk id="4" creationId="{1C2500E2-31BC-EBA0-8A55-BC235402D1C5}"/>
          </ac:spMkLst>
        </pc:spChg>
        <pc:spChg chg="add">
          <ac:chgData name="Muhammed ORHANTEKİN" userId="7b480bc2-a1f8-4a80-b188-4a783a15bde1" providerId="ADAL" clId="{53B9FA1F-F2C5-4D01-9B19-2E0AA410BEEF}" dt="2025-06-11T13:35:08.178" v="25"/>
          <ac:spMkLst>
            <pc:docMk/>
            <pc:sldMk cId="1023497958" sldId="295"/>
            <ac:spMk id="5" creationId="{7689109F-E74E-2978-B5B1-7385B5377AB5}"/>
          </ac:spMkLst>
        </pc:spChg>
        <pc:spChg chg="add">
          <ac:chgData name="Muhammed ORHANTEKİN" userId="7b480bc2-a1f8-4a80-b188-4a783a15bde1" providerId="ADAL" clId="{53B9FA1F-F2C5-4D01-9B19-2E0AA410BEEF}" dt="2025-06-11T13:35:08.178" v="25"/>
          <ac:spMkLst>
            <pc:docMk/>
            <pc:sldMk cId="1023497958" sldId="295"/>
            <ac:spMk id="6" creationId="{97C94F1A-FCB3-6E26-B573-72432DE7A302}"/>
          </ac:spMkLst>
        </pc:spChg>
        <pc:spChg chg="add">
          <ac:chgData name="Muhammed ORHANTEKİN" userId="7b480bc2-a1f8-4a80-b188-4a783a15bde1" providerId="ADAL" clId="{53B9FA1F-F2C5-4D01-9B19-2E0AA410BEEF}" dt="2025-06-11T13:35:15.785" v="28"/>
          <ac:spMkLst>
            <pc:docMk/>
            <pc:sldMk cId="1023497958" sldId="295"/>
            <ac:spMk id="7" creationId="{C42AAA5F-30DF-557A-215E-86FBB3E5EBBA}"/>
          </ac:spMkLst>
        </pc:spChg>
        <pc:spChg chg="add">
          <ac:chgData name="Muhammed ORHANTEKİN" userId="7b480bc2-a1f8-4a80-b188-4a783a15bde1" providerId="ADAL" clId="{53B9FA1F-F2C5-4D01-9B19-2E0AA410BEEF}" dt="2025-06-11T13:35:15.785" v="28"/>
          <ac:spMkLst>
            <pc:docMk/>
            <pc:sldMk cId="1023497958" sldId="295"/>
            <ac:spMk id="8" creationId="{DD6563FC-03D0-C003-3E3E-9D92BF60AF25}"/>
          </ac:spMkLst>
        </pc:spChg>
        <pc:spChg chg="add">
          <ac:chgData name="Muhammed ORHANTEKİN" userId="7b480bc2-a1f8-4a80-b188-4a783a15bde1" providerId="ADAL" clId="{53B9FA1F-F2C5-4D01-9B19-2E0AA410BEEF}" dt="2025-06-11T13:35:15.785" v="28"/>
          <ac:spMkLst>
            <pc:docMk/>
            <pc:sldMk cId="1023497958" sldId="295"/>
            <ac:spMk id="9" creationId="{F93E1A8D-D576-1CF5-DAD5-74810E1A747D}"/>
          </ac:spMkLst>
        </pc:spChg>
        <pc:spChg chg="add">
          <ac:chgData name="Muhammed ORHANTEKİN" userId="7b480bc2-a1f8-4a80-b188-4a783a15bde1" providerId="ADAL" clId="{53B9FA1F-F2C5-4D01-9B19-2E0AA410BEEF}" dt="2025-06-11T13:35:21.318" v="29"/>
          <ac:spMkLst>
            <pc:docMk/>
            <pc:sldMk cId="1023497958" sldId="295"/>
            <ac:spMk id="10" creationId="{BAD2624E-DC5D-061B-AEC9-73EDB4B3EC83}"/>
          </ac:spMkLst>
        </pc:spChg>
        <pc:spChg chg="add">
          <ac:chgData name="Muhammed ORHANTEKİN" userId="7b480bc2-a1f8-4a80-b188-4a783a15bde1" providerId="ADAL" clId="{53B9FA1F-F2C5-4D01-9B19-2E0AA410BEEF}" dt="2025-06-11T13:35:21.318" v="29"/>
          <ac:spMkLst>
            <pc:docMk/>
            <pc:sldMk cId="1023497958" sldId="295"/>
            <ac:spMk id="11" creationId="{46785141-EC6C-EAD3-EF64-1D036465AF90}"/>
          </ac:spMkLst>
        </pc:spChg>
        <pc:spChg chg="add">
          <ac:chgData name="Muhammed ORHANTEKİN" userId="7b480bc2-a1f8-4a80-b188-4a783a15bde1" providerId="ADAL" clId="{53B9FA1F-F2C5-4D01-9B19-2E0AA410BEEF}" dt="2025-06-11T13:35:21.318" v="29"/>
          <ac:spMkLst>
            <pc:docMk/>
            <pc:sldMk cId="1023497958" sldId="295"/>
            <ac:spMk id="12" creationId="{6F8B339F-1121-F343-59DB-5A5C2E46A6E7}"/>
          </ac:spMkLst>
        </pc:spChg>
        <pc:spChg chg="add del mod">
          <ac:chgData name="Muhammed ORHANTEKİN" userId="7b480bc2-a1f8-4a80-b188-4a783a15bde1" providerId="ADAL" clId="{53B9FA1F-F2C5-4D01-9B19-2E0AA410BEEF}" dt="2025-06-11T13:35:49.693" v="33" actId="478"/>
          <ac:spMkLst>
            <pc:docMk/>
            <pc:sldMk cId="1023497958" sldId="295"/>
            <ac:spMk id="13" creationId="{D30036C1-B4D4-ED2F-B630-0AC550246103}"/>
          </ac:spMkLst>
        </pc:spChg>
        <pc:spChg chg="add del mod">
          <ac:chgData name="Muhammed ORHANTEKİN" userId="7b480bc2-a1f8-4a80-b188-4a783a15bde1" providerId="ADAL" clId="{53B9FA1F-F2C5-4D01-9B19-2E0AA410BEEF}" dt="2025-06-11T13:35:47.879" v="32" actId="478"/>
          <ac:spMkLst>
            <pc:docMk/>
            <pc:sldMk cId="1023497958" sldId="295"/>
            <ac:spMk id="14" creationId="{581F3FF4-3BEE-5B2F-EA08-2C6513D2A4ED}"/>
          </ac:spMkLst>
        </pc:spChg>
        <pc:spChg chg="add">
          <ac:chgData name="Muhammed ORHANTEKİN" userId="7b480bc2-a1f8-4a80-b188-4a783a15bde1" providerId="ADAL" clId="{53B9FA1F-F2C5-4D01-9B19-2E0AA410BEEF}" dt="2025-06-11T13:35:33.638" v="31"/>
          <ac:spMkLst>
            <pc:docMk/>
            <pc:sldMk cId="1023497958" sldId="295"/>
            <ac:spMk id="15" creationId="{B3311E99-0806-F546-4780-719F455555DB}"/>
          </ac:spMkLst>
        </pc:spChg>
        <pc:spChg chg="add">
          <ac:chgData name="Muhammed ORHANTEKİN" userId="7b480bc2-a1f8-4a80-b188-4a783a15bde1" providerId="ADAL" clId="{53B9FA1F-F2C5-4D01-9B19-2E0AA410BEEF}" dt="2025-06-11T13:35:33.638" v="31"/>
          <ac:spMkLst>
            <pc:docMk/>
            <pc:sldMk cId="1023497958" sldId="295"/>
            <ac:spMk id="16" creationId="{ECAB5139-1A22-5ABE-F878-28D9F2A9E9B7}"/>
          </ac:spMkLst>
        </pc:spChg>
        <pc:spChg chg="add">
          <ac:chgData name="Muhammed ORHANTEKİN" userId="7b480bc2-a1f8-4a80-b188-4a783a15bde1" providerId="ADAL" clId="{53B9FA1F-F2C5-4D01-9B19-2E0AA410BEEF}" dt="2025-06-11T13:35:33.638" v="31"/>
          <ac:spMkLst>
            <pc:docMk/>
            <pc:sldMk cId="1023497958" sldId="295"/>
            <ac:spMk id="17" creationId="{CF316155-CBB9-6C64-95D4-BA83F7BF5A10}"/>
          </ac:spMkLst>
        </pc:spChg>
        <pc:spChg chg="add mod">
          <ac:chgData name="Muhammed ORHANTEKİN" userId="7b480bc2-a1f8-4a80-b188-4a783a15bde1" providerId="ADAL" clId="{53B9FA1F-F2C5-4D01-9B19-2E0AA410BEEF}" dt="2025-06-11T13:37:02.695" v="49" actId="255"/>
          <ac:spMkLst>
            <pc:docMk/>
            <pc:sldMk cId="1023497958" sldId="295"/>
            <ac:spMk id="18" creationId="{4531D838-CD2F-7009-2DC2-A90C72BACBAA}"/>
          </ac:spMkLst>
        </pc:spChg>
        <pc:spChg chg="add">
          <ac:chgData name="Muhammed ORHANTEKİN" userId="7b480bc2-a1f8-4a80-b188-4a783a15bde1" providerId="ADAL" clId="{53B9FA1F-F2C5-4D01-9B19-2E0AA410BEEF}" dt="2025-06-11T13:35:55.583" v="35"/>
          <ac:spMkLst>
            <pc:docMk/>
            <pc:sldMk cId="1023497958" sldId="295"/>
            <ac:spMk id="19" creationId="{E5DD1EE7-2523-2DBE-FFBF-F0DC70DE2C85}"/>
          </ac:spMkLst>
        </pc:spChg>
        <pc:spChg chg="add">
          <ac:chgData name="Muhammed ORHANTEKİN" userId="7b480bc2-a1f8-4a80-b188-4a783a15bde1" providerId="ADAL" clId="{53B9FA1F-F2C5-4D01-9B19-2E0AA410BEEF}" dt="2025-06-11T13:35:55.583" v="35"/>
          <ac:spMkLst>
            <pc:docMk/>
            <pc:sldMk cId="1023497958" sldId="295"/>
            <ac:spMk id="20" creationId="{9A12516C-D305-C434-D333-55029BB61615}"/>
          </ac:spMkLst>
        </pc:spChg>
        <pc:spChg chg="add">
          <ac:chgData name="Muhammed ORHANTEKİN" userId="7b480bc2-a1f8-4a80-b188-4a783a15bde1" providerId="ADAL" clId="{53B9FA1F-F2C5-4D01-9B19-2E0AA410BEEF}" dt="2025-06-11T13:35:55.583" v="35"/>
          <ac:spMkLst>
            <pc:docMk/>
            <pc:sldMk cId="1023497958" sldId="295"/>
            <ac:spMk id="21" creationId="{A75E68B8-E935-6659-D497-5D41525AA917}"/>
          </ac:spMkLst>
        </pc:spChg>
      </pc:sldChg>
      <pc:sldChg chg="addSp delSp modSp new del mod">
        <pc:chgData name="Muhammed ORHANTEKİN" userId="7b480bc2-a1f8-4a80-b188-4a783a15bde1" providerId="ADAL" clId="{53B9FA1F-F2C5-4D01-9B19-2E0AA410BEEF}" dt="2025-06-11T13:42:10.503" v="60" actId="680"/>
        <pc:sldMkLst>
          <pc:docMk/>
          <pc:sldMk cId="1999049057" sldId="295"/>
        </pc:sldMkLst>
        <pc:spChg chg="add del">
          <ac:chgData name="Muhammed ORHANTEKİN" userId="7b480bc2-a1f8-4a80-b188-4a783a15bde1" providerId="ADAL" clId="{53B9FA1F-F2C5-4D01-9B19-2E0AA410BEEF}" dt="2025-06-11T13:42:09.494" v="59" actId="478"/>
          <ac:spMkLst>
            <pc:docMk/>
            <pc:sldMk cId="1999049057" sldId="295"/>
            <ac:spMk id="2" creationId="{2007F4BD-9361-9C06-D32E-0316F6F66D26}"/>
          </ac:spMkLst>
        </pc:spChg>
        <pc:spChg chg="mod">
          <ac:chgData name="Muhammed ORHANTEKİN" userId="7b480bc2-a1f8-4a80-b188-4a783a15bde1" providerId="ADAL" clId="{53B9FA1F-F2C5-4D01-9B19-2E0AA410BEEF}" dt="2025-06-11T13:41:57.154" v="58"/>
          <ac:spMkLst>
            <pc:docMk/>
            <pc:sldMk cId="1999049057" sldId="295"/>
            <ac:spMk id="3" creationId="{8B7E85FE-2FA6-F3A3-60DF-33ED99543F4C}"/>
          </ac:spMkLst>
        </pc:spChg>
        <pc:spChg chg="add">
          <ac:chgData name="Muhammed ORHANTEKİN" userId="7b480bc2-a1f8-4a80-b188-4a783a15bde1" providerId="ADAL" clId="{53B9FA1F-F2C5-4D01-9B19-2E0AA410BEEF}" dt="2025-06-11T13:41:19.899" v="54"/>
          <ac:spMkLst>
            <pc:docMk/>
            <pc:sldMk cId="1999049057" sldId="295"/>
            <ac:spMk id="4" creationId="{D011EDCA-D8E0-9832-9BF9-E9C8A6ACBA7D}"/>
          </ac:spMkLst>
        </pc:spChg>
        <pc:spChg chg="add">
          <ac:chgData name="Muhammed ORHANTEKİN" userId="7b480bc2-a1f8-4a80-b188-4a783a15bde1" providerId="ADAL" clId="{53B9FA1F-F2C5-4D01-9B19-2E0AA410BEEF}" dt="2025-06-11T13:41:19.899" v="54"/>
          <ac:spMkLst>
            <pc:docMk/>
            <pc:sldMk cId="1999049057" sldId="295"/>
            <ac:spMk id="5" creationId="{270F9778-8AAD-92C6-9AC3-0915A9B9DEBC}"/>
          </ac:spMkLst>
        </pc:spChg>
        <pc:spChg chg="add">
          <ac:chgData name="Muhammed ORHANTEKİN" userId="7b480bc2-a1f8-4a80-b188-4a783a15bde1" providerId="ADAL" clId="{53B9FA1F-F2C5-4D01-9B19-2E0AA410BEEF}" dt="2025-06-11T13:41:19.899" v="54"/>
          <ac:spMkLst>
            <pc:docMk/>
            <pc:sldMk cId="1999049057" sldId="295"/>
            <ac:spMk id="6" creationId="{81FC22BA-4D1A-2EE7-97CC-9A6E7D5E0892}"/>
          </ac:spMkLst>
        </pc:spChg>
        <pc:spChg chg="add">
          <ac:chgData name="Muhammed ORHANTEKİN" userId="7b480bc2-a1f8-4a80-b188-4a783a15bde1" providerId="ADAL" clId="{53B9FA1F-F2C5-4D01-9B19-2E0AA410BEEF}" dt="2025-06-11T13:41:43.191" v="57"/>
          <ac:spMkLst>
            <pc:docMk/>
            <pc:sldMk cId="1999049057" sldId="295"/>
            <ac:spMk id="7" creationId="{10B4623A-2F6A-FE36-B21A-74E46E5D449F}"/>
          </ac:spMkLst>
        </pc:spChg>
        <pc:spChg chg="add">
          <ac:chgData name="Muhammed ORHANTEKİN" userId="7b480bc2-a1f8-4a80-b188-4a783a15bde1" providerId="ADAL" clId="{53B9FA1F-F2C5-4D01-9B19-2E0AA410BEEF}" dt="2025-06-11T13:41:43.191" v="57"/>
          <ac:spMkLst>
            <pc:docMk/>
            <pc:sldMk cId="1999049057" sldId="295"/>
            <ac:spMk id="8" creationId="{E0E9BB6E-BCD5-65B5-0D2C-2592FB892B22}"/>
          </ac:spMkLst>
        </pc:spChg>
      </pc:sldChg>
      <pc:sldChg chg="modSp new mod">
        <pc:chgData name="Muhammed ORHANTEKİN" userId="7b480bc2-a1f8-4a80-b188-4a783a15bde1" providerId="ADAL" clId="{53B9FA1F-F2C5-4D01-9B19-2E0AA410BEEF}" dt="2025-06-11T13:47:50.748" v="99" actId="14100"/>
        <pc:sldMkLst>
          <pc:docMk/>
          <pc:sldMk cId="3659314608" sldId="295"/>
        </pc:sldMkLst>
        <pc:spChg chg="mod">
          <ac:chgData name="Muhammed ORHANTEKİN" userId="7b480bc2-a1f8-4a80-b188-4a783a15bde1" providerId="ADAL" clId="{53B9FA1F-F2C5-4D01-9B19-2E0AA410BEEF}" dt="2025-06-11T13:45:39.416" v="85" actId="255"/>
          <ac:spMkLst>
            <pc:docMk/>
            <pc:sldMk cId="3659314608" sldId="295"/>
            <ac:spMk id="2" creationId="{94B9B8DD-B9C0-48EC-2D28-B32B713AE3C0}"/>
          </ac:spMkLst>
        </pc:spChg>
        <pc:spChg chg="mod">
          <ac:chgData name="Muhammed ORHANTEKİN" userId="7b480bc2-a1f8-4a80-b188-4a783a15bde1" providerId="ADAL" clId="{53B9FA1F-F2C5-4D01-9B19-2E0AA410BEEF}" dt="2025-06-11T13:47:50.748" v="99" actId="14100"/>
          <ac:spMkLst>
            <pc:docMk/>
            <pc:sldMk cId="3659314608" sldId="295"/>
            <ac:spMk id="3" creationId="{05791C94-9AFA-7980-F0D2-45C0FF66EFDC}"/>
          </ac:spMkLst>
        </pc:spChg>
      </pc:sldChg>
      <pc:sldChg chg="addSp delSp modSp new mod">
        <pc:chgData name="Muhammed ORHANTEKİN" userId="7b480bc2-a1f8-4a80-b188-4a783a15bde1" providerId="ADAL" clId="{53B9FA1F-F2C5-4D01-9B19-2E0AA410BEEF}" dt="2025-06-11T14:01:26.229" v="138" actId="1076"/>
        <pc:sldMkLst>
          <pc:docMk/>
          <pc:sldMk cId="194440241" sldId="296"/>
        </pc:sldMkLst>
        <pc:spChg chg="del">
          <ac:chgData name="Muhammed ORHANTEKİN" userId="7b480bc2-a1f8-4a80-b188-4a783a15bde1" providerId="ADAL" clId="{53B9FA1F-F2C5-4D01-9B19-2E0AA410BEEF}" dt="2025-06-11T14:00:02.517" v="125" actId="478"/>
          <ac:spMkLst>
            <pc:docMk/>
            <pc:sldMk cId="194440241" sldId="296"/>
            <ac:spMk id="2" creationId="{75F12AAA-022E-37BA-9C85-365915582FC1}"/>
          </ac:spMkLst>
        </pc:spChg>
        <pc:spChg chg="del">
          <ac:chgData name="Muhammed ORHANTEKİN" userId="7b480bc2-a1f8-4a80-b188-4a783a15bde1" providerId="ADAL" clId="{53B9FA1F-F2C5-4D01-9B19-2E0AA410BEEF}" dt="2025-06-11T13:57:18.627" v="124"/>
          <ac:spMkLst>
            <pc:docMk/>
            <pc:sldMk cId="194440241" sldId="296"/>
            <ac:spMk id="3" creationId="{71267C08-6EB9-90B1-64DC-6F7C632B399D}"/>
          </ac:spMkLst>
        </pc:spChg>
        <pc:spChg chg="add mod">
          <ac:chgData name="Muhammed ORHANTEKİN" userId="7b480bc2-a1f8-4a80-b188-4a783a15bde1" providerId="ADAL" clId="{53B9FA1F-F2C5-4D01-9B19-2E0AA410BEEF}" dt="2025-06-11T14:01:26.229" v="138" actId="1076"/>
          <ac:spMkLst>
            <pc:docMk/>
            <pc:sldMk cId="194440241" sldId="296"/>
            <ac:spMk id="4" creationId="{248482B2-71F4-EC8D-35F7-B3C3E1B80FBA}"/>
          </ac:spMkLst>
        </pc:spChg>
      </pc:sldChg>
      <pc:sldChg chg="addSp delSp modSp new mod">
        <pc:chgData name="Muhammed ORHANTEKİN" userId="7b480bc2-a1f8-4a80-b188-4a783a15bde1" providerId="ADAL" clId="{53B9FA1F-F2C5-4D01-9B19-2E0AA410BEEF}" dt="2025-06-11T14:20:39.011" v="338" actId="14100"/>
        <pc:sldMkLst>
          <pc:docMk/>
          <pc:sldMk cId="2472102006" sldId="297"/>
        </pc:sldMkLst>
        <pc:spChg chg="mod">
          <ac:chgData name="Muhammed ORHANTEKİN" userId="7b480bc2-a1f8-4a80-b188-4a783a15bde1" providerId="ADAL" clId="{53B9FA1F-F2C5-4D01-9B19-2E0AA410BEEF}" dt="2025-06-11T14:20:24.135" v="336" actId="1076"/>
          <ac:spMkLst>
            <pc:docMk/>
            <pc:sldMk cId="2472102006" sldId="297"/>
            <ac:spMk id="2" creationId="{BB7C2007-DE8F-FC1B-B02E-EDD06426941A}"/>
          </ac:spMkLst>
        </pc:spChg>
        <pc:spChg chg="del">
          <ac:chgData name="Muhammed ORHANTEKİN" userId="7b480bc2-a1f8-4a80-b188-4a783a15bde1" providerId="ADAL" clId="{53B9FA1F-F2C5-4D01-9B19-2E0AA410BEEF}" dt="2025-06-11T14:10:25.838" v="238"/>
          <ac:spMkLst>
            <pc:docMk/>
            <pc:sldMk cId="2472102006" sldId="297"/>
            <ac:spMk id="3" creationId="{1F262983-C9C2-0F12-C2B3-8F5A76E66219}"/>
          </ac:spMkLst>
        </pc:spChg>
        <pc:spChg chg="add del mod">
          <ac:chgData name="Muhammed ORHANTEKİN" userId="7b480bc2-a1f8-4a80-b188-4a783a15bde1" providerId="ADAL" clId="{53B9FA1F-F2C5-4D01-9B19-2E0AA410BEEF}" dt="2025-06-11T14:11:12.867" v="256"/>
          <ac:spMkLst>
            <pc:docMk/>
            <pc:sldMk cId="2472102006" sldId="297"/>
            <ac:spMk id="4" creationId="{FF98A110-5635-859E-D512-2688B61C81A0}"/>
          </ac:spMkLst>
        </pc:spChg>
        <pc:spChg chg="add">
          <ac:chgData name="Muhammed ORHANTEKİN" userId="7b480bc2-a1f8-4a80-b188-4a783a15bde1" providerId="ADAL" clId="{53B9FA1F-F2C5-4D01-9B19-2E0AA410BEEF}" dt="2025-06-11T14:11:05.126" v="251"/>
          <ac:spMkLst>
            <pc:docMk/>
            <pc:sldMk cId="2472102006" sldId="297"/>
            <ac:spMk id="5" creationId="{9BAB31AD-6B2B-BF26-427D-1834C34541B5}"/>
          </ac:spMkLst>
        </pc:spChg>
        <pc:spChg chg="add del mod">
          <ac:chgData name="Muhammed ORHANTEKİN" userId="7b480bc2-a1f8-4a80-b188-4a783a15bde1" providerId="ADAL" clId="{53B9FA1F-F2C5-4D01-9B19-2E0AA410BEEF}" dt="2025-06-11T14:11:53.495" v="257" actId="478"/>
          <ac:spMkLst>
            <pc:docMk/>
            <pc:sldMk cId="2472102006" sldId="297"/>
            <ac:spMk id="6" creationId="{BF49AB83-82E4-4EA7-7F9E-946295B9F369}"/>
          </ac:spMkLst>
        </pc:spChg>
        <pc:spChg chg="add del mod">
          <ac:chgData name="Muhammed ORHANTEKİN" userId="7b480bc2-a1f8-4a80-b188-4a783a15bde1" providerId="ADAL" clId="{53B9FA1F-F2C5-4D01-9B19-2E0AA410BEEF}" dt="2025-06-11T14:12:19.684" v="258" actId="22"/>
          <ac:spMkLst>
            <pc:docMk/>
            <pc:sldMk cId="2472102006" sldId="297"/>
            <ac:spMk id="7" creationId="{59CB21B3-1727-2A19-8A4B-B1190C855EFC}"/>
          </ac:spMkLst>
        </pc:spChg>
        <pc:spChg chg="add del mod">
          <ac:chgData name="Muhammed ORHANTEKİN" userId="7b480bc2-a1f8-4a80-b188-4a783a15bde1" providerId="ADAL" clId="{53B9FA1F-F2C5-4D01-9B19-2E0AA410BEEF}" dt="2025-06-11T14:14:39.278" v="277"/>
          <ac:spMkLst>
            <pc:docMk/>
            <pc:sldMk cId="2472102006" sldId="297"/>
            <ac:spMk id="11" creationId="{AB223388-38E7-CFBB-F1D4-2A60C00F6655}"/>
          </ac:spMkLst>
        </pc:spChg>
        <pc:spChg chg="add mod">
          <ac:chgData name="Muhammed ORHANTEKİN" userId="7b480bc2-a1f8-4a80-b188-4a783a15bde1" providerId="ADAL" clId="{53B9FA1F-F2C5-4D01-9B19-2E0AA410BEEF}" dt="2025-06-11T14:20:39.011" v="338" actId="14100"/>
          <ac:spMkLst>
            <pc:docMk/>
            <pc:sldMk cId="2472102006" sldId="297"/>
            <ac:spMk id="12" creationId="{7342D78E-E175-D0ED-6179-E742F3457B55}"/>
          </ac:spMkLst>
        </pc:spChg>
        <pc:picChg chg="add del mod ord">
          <ac:chgData name="Muhammed ORHANTEKİN" userId="7b480bc2-a1f8-4a80-b188-4a783a15bde1" providerId="ADAL" clId="{53B9FA1F-F2C5-4D01-9B19-2E0AA410BEEF}" dt="2025-06-11T14:12:31.114" v="259" actId="478"/>
          <ac:picMkLst>
            <pc:docMk/>
            <pc:sldMk cId="2472102006" sldId="297"/>
            <ac:picMk id="9" creationId="{77CCB0E4-3291-D068-BA10-2E817045A0A6}"/>
          </ac:picMkLst>
        </pc:picChg>
      </pc:sldChg>
      <pc:sldChg chg="addSp modSp new del mod ord">
        <pc:chgData name="Muhammed ORHANTEKİN" userId="7b480bc2-a1f8-4a80-b188-4a783a15bde1" providerId="ADAL" clId="{53B9FA1F-F2C5-4D01-9B19-2E0AA410BEEF}" dt="2025-06-11T14:39:09.245" v="495" actId="2696"/>
        <pc:sldMkLst>
          <pc:docMk/>
          <pc:sldMk cId="1601129650" sldId="298"/>
        </pc:sldMkLst>
        <pc:spChg chg="mod">
          <ac:chgData name="Muhammed ORHANTEKİN" userId="7b480bc2-a1f8-4a80-b188-4a783a15bde1" providerId="ADAL" clId="{53B9FA1F-F2C5-4D01-9B19-2E0AA410BEEF}" dt="2025-06-11T14:35:51.914" v="455" actId="27636"/>
          <ac:spMkLst>
            <pc:docMk/>
            <pc:sldMk cId="1601129650" sldId="298"/>
            <ac:spMk id="3" creationId="{9032CCD1-2401-1DE5-8233-16A37C18BD01}"/>
          </ac:spMkLst>
        </pc:spChg>
        <pc:spChg chg="add">
          <ac:chgData name="Muhammed ORHANTEKİN" userId="7b480bc2-a1f8-4a80-b188-4a783a15bde1" providerId="ADAL" clId="{53B9FA1F-F2C5-4D01-9B19-2E0AA410BEEF}" dt="2025-06-11T14:32:24.472" v="425"/>
          <ac:spMkLst>
            <pc:docMk/>
            <pc:sldMk cId="1601129650" sldId="298"/>
            <ac:spMk id="4" creationId="{2F3DCBFD-045F-060D-CB82-602478B1AD2D}"/>
          </ac:spMkLst>
        </pc:spChg>
        <pc:spChg chg="add">
          <ac:chgData name="Muhammed ORHANTEKİN" userId="7b480bc2-a1f8-4a80-b188-4a783a15bde1" providerId="ADAL" clId="{53B9FA1F-F2C5-4D01-9B19-2E0AA410BEEF}" dt="2025-06-11T14:32:24.472" v="425"/>
          <ac:spMkLst>
            <pc:docMk/>
            <pc:sldMk cId="1601129650" sldId="298"/>
            <ac:spMk id="5" creationId="{4C3D82B4-FC6B-9C16-7F24-02437A3B3315}"/>
          </ac:spMkLst>
        </pc:spChg>
        <pc:spChg chg="add">
          <ac:chgData name="Muhammed ORHANTEKİN" userId="7b480bc2-a1f8-4a80-b188-4a783a15bde1" providerId="ADAL" clId="{53B9FA1F-F2C5-4D01-9B19-2E0AA410BEEF}" dt="2025-06-11T14:32:24.472" v="425"/>
          <ac:spMkLst>
            <pc:docMk/>
            <pc:sldMk cId="1601129650" sldId="298"/>
            <ac:spMk id="6" creationId="{6A01DC3A-6DAC-0BF7-BD61-23ED4131AF29}"/>
          </ac:spMkLst>
        </pc:spChg>
        <pc:spChg chg="add">
          <ac:chgData name="Muhammed ORHANTEKİN" userId="7b480bc2-a1f8-4a80-b188-4a783a15bde1" providerId="ADAL" clId="{53B9FA1F-F2C5-4D01-9B19-2E0AA410BEEF}" dt="2025-06-11T14:32:24.472" v="425"/>
          <ac:spMkLst>
            <pc:docMk/>
            <pc:sldMk cId="1601129650" sldId="298"/>
            <ac:spMk id="7" creationId="{D1DAA6D5-80B0-ECAE-CE40-EBCF7474E717}"/>
          </ac:spMkLst>
        </pc:spChg>
        <pc:spChg chg="add">
          <ac:chgData name="Muhammed ORHANTEKİN" userId="7b480bc2-a1f8-4a80-b188-4a783a15bde1" providerId="ADAL" clId="{53B9FA1F-F2C5-4D01-9B19-2E0AA410BEEF}" dt="2025-06-11T14:32:24.472" v="425"/>
          <ac:spMkLst>
            <pc:docMk/>
            <pc:sldMk cId="1601129650" sldId="298"/>
            <ac:spMk id="8" creationId="{08F839EF-F17F-6FBA-50EC-7E17B3D6C950}"/>
          </ac:spMkLst>
        </pc:spChg>
        <pc:spChg chg="add">
          <ac:chgData name="Muhammed ORHANTEKİN" userId="7b480bc2-a1f8-4a80-b188-4a783a15bde1" providerId="ADAL" clId="{53B9FA1F-F2C5-4D01-9B19-2E0AA410BEEF}" dt="2025-06-11T14:32:24.472" v="425"/>
          <ac:spMkLst>
            <pc:docMk/>
            <pc:sldMk cId="1601129650" sldId="298"/>
            <ac:spMk id="9" creationId="{0EDC5A17-4155-A572-8520-ACCAB9C091F9}"/>
          </ac:spMkLst>
        </pc:spChg>
        <pc:spChg chg="add">
          <ac:chgData name="Muhammed ORHANTEKİN" userId="7b480bc2-a1f8-4a80-b188-4a783a15bde1" providerId="ADAL" clId="{53B9FA1F-F2C5-4D01-9B19-2E0AA410BEEF}" dt="2025-06-11T14:32:24.472" v="425"/>
          <ac:spMkLst>
            <pc:docMk/>
            <pc:sldMk cId="1601129650" sldId="298"/>
            <ac:spMk id="10" creationId="{6CFB1396-BD97-6681-1F3C-725233A81D03}"/>
          </ac:spMkLst>
        </pc:spChg>
      </pc:sldChg>
      <pc:sldChg chg="addSp delSp modSp new del mod">
        <pc:chgData name="Muhammed ORHANTEKİN" userId="7b480bc2-a1f8-4a80-b188-4a783a15bde1" providerId="ADAL" clId="{53B9FA1F-F2C5-4D01-9B19-2E0AA410BEEF}" dt="2025-06-11T14:31:25.133" v="423" actId="2696"/>
        <pc:sldMkLst>
          <pc:docMk/>
          <pc:sldMk cId="1958911409" sldId="298"/>
        </pc:sldMkLst>
        <pc:spChg chg="del">
          <ac:chgData name="Muhammed ORHANTEKİN" userId="7b480bc2-a1f8-4a80-b188-4a783a15bde1" providerId="ADAL" clId="{53B9FA1F-F2C5-4D01-9B19-2E0AA410BEEF}" dt="2025-06-11T14:26:38.409" v="396" actId="22"/>
          <ac:spMkLst>
            <pc:docMk/>
            <pc:sldMk cId="1958911409" sldId="298"/>
            <ac:spMk id="3" creationId="{B0C2167E-40FC-1127-27A7-BB807448A3AB}"/>
          </ac:spMkLst>
        </pc:spChg>
        <pc:spChg chg="add">
          <ac:chgData name="Muhammed ORHANTEKİN" userId="7b480bc2-a1f8-4a80-b188-4a783a15bde1" providerId="ADAL" clId="{53B9FA1F-F2C5-4D01-9B19-2E0AA410BEEF}" dt="2025-06-11T14:21:36.502" v="341"/>
          <ac:spMkLst>
            <pc:docMk/>
            <pc:sldMk cId="1958911409" sldId="298"/>
            <ac:spMk id="4" creationId="{B62596A1-6FBD-311A-330E-86BE94819824}"/>
          </ac:spMkLst>
        </pc:spChg>
        <pc:spChg chg="add">
          <ac:chgData name="Muhammed ORHANTEKİN" userId="7b480bc2-a1f8-4a80-b188-4a783a15bde1" providerId="ADAL" clId="{53B9FA1F-F2C5-4D01-9B19-2E0AA410BEEF}" dt="2025-06-11T14:21:36.502" v="341"/>
          <ac:spMkLst>
            <pc:docMk/>
            <pc:sldMk cId="1958911409" sldId="298"/>
            <ac:spMk id="5" creationId="{04484666-0893-06FD-FF50-48CCDAFAE140}"/>
          </ac:spMkLst>
        </pc:spChg>
        <pc:spChg chg="add">
          <ac:chgData name="Muhammed ORHANTEKİN" userId="7b480bc2-a1f8-4a80-b188-4a783a15bde1" providerId="ADAL" clId="{53B9FA1F-F2C5-4D01-9B19-2E0AA410BEEF}" dt="2025-06-11T14:21:36.502" v="341"/>
          <ac:spMkLst>
            <pc:docMk/>
            <pc:sldMk cId="1958911409" sldId="298"/>
            <ac:spMk id="6" creationId="{80919307-2255-3C20-7D4A-EFBE5531E425}"/>
          </ac:spMkLst>
        </pc:spChg>
        <pc:spChg chg="add del mod">
          <ac:chgData name="Muhammed ORHANTEKİN" userId="7b480bc2-a1f8-4a80-b188-4a783a15bde1" providerId="ADAL" clId="{53B9FA1F-F2C5-4D01-9B19-2E0AA410BEEF}" dt="2025-06-11T14:27:25.531" v="400"/>
          <ac:spMkLst>
            <pc:docMk/>
            <pc:sldMk cId="1958911409" sldId="298"/>
            <ac:spMk id="10" creationId="{C3316BCD-BC0B-92C0-282C-87DDC5A36888}"/>
          </ac:spMkLst>
        </pc:spChg>
        <pc:spChg chg="add mod">
          <ac:chgData name="Muhammed ORHANTEKİN" userId="7b480bc2-a1f8-4a80-b188-4a783a15bde1" providerId="ADAL" clId="{53B9FA1F-F2C5-4D01-9B19-2E0AA410BEEF}" dt="2025-06-11T14:27:25.531" v="400"/>
          <ac:spMkLst>
            <pc:docMk/>
            <pc:sldMk cId="1958911409" sldId="298"/>
            <ac:spMk id="11" creationId="{47F79D04-0E1E-2D95-B34E-30CA6336B494}"/>
          </ac:spMkLst>
        </pc:spChg>
        <pc:picChg chg="add del mod ord">
          <ac:chgData name="Muhammed ORHANTEKİN" userId="7b480bc2-a1f8-4a80-b188-4a783a15bde1" providerId="ADAL" clId="{53B9FA1F-F2C5-4D01-9B19-2E0AA410BEEF}" dt="2025-06-11T14:26:58.491" v="398" actId="478"/>
          <ac:picMkLst>
            <pc:docMk/>
            <pc:sldMk cId="1958911409" sldId="298"/>
            <ac:picMk id="8" creationId="{A01008B8-31FD-AD3D-2117-18E4BCDC47F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3536DD-2D80-1657-DC97-5AFAB1D88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6C10EA0-2014-DA9B-9E21-029FF699E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63C70D0-50B9-55A9-7FA8-9439CB4A8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B115-E251-473F-BFFB-AA923A626DD2}" type="datetimeFigureOut">
              <a:rPr lang="tr-TR" smtClean="0"/>
              <a:t>12.06.2025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892ACB6-94FD-0889-E97A-B3D122CC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2A19CDF-13AB-72FF-FA7E-2EBB9372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737AD-C32B-41B3-B08B-26375551F2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1794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F24002F-302A-2A6E-B819-9EE363EFD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AA7E4A8-CE23-E8A7-7623-D9B17A3C8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AD43B5F-8F35-0A7C-E577-BD8741157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B115-E251-473F-BFFB-AA923A626DD2}" type="datetimeFigureOut">
              <a:rPr lang="tr-TR" smtClean="0"/>
              <a:t>12.06.2025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DE14DE3-B00C-070C-C01E-B10A24F5C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D997987-7182-30F3-2E9C-DC5FC6A67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737AD-C32B-41B3-B08B-26375551F2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878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BE7CCD5-297B-AA0E-01C8-9A774E585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7584CEF-9DD6-AA29-12AE-ACEA254AD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244C19C-AFB5-2952-AF03-FE0C6A4E2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B115-E251-473F-BFFB-AA923A626DD2}" type="datetimeFigureOut">
              <a:rPr lang="tr-TR" smtClean="0"/>
              <a:t>12.06.2025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F063E4B-8BEF-CACD-1740-6B7FC33D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03E851F-3ADF-02A3-0BA5-82F146D80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737AD-C32B-41B3-B08B-26375551F2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9804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3A11DF5-9442-1EEF-24EF-E2C289FB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AB89039-8619-9AD9-41F8-25B5C77C4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EDFC90B-7492-BE75-CA99-02FA09558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51BD361-5F05-EC75-D753-0F700D870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B115-E251-473F-BFFB-AA923A626DD2}" type="datetimeFigureOut">
              <a:rPr lang="tr-TR" smtClean="0"/>
              <a:t>12.06.2025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681DBDD-7512-285F-FEFF-0BA52E9B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F76C830-8A06-2F93-AB8B-3A7D03A11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737AD-C32B-41B3-B08B-26375551F2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672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CDF19B-BA8E-5972-0E0F-B9B9917F8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1BB669C-2246-3522-18C3-CA7A8775A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D2DAA17-D543-B492-5F58-8FB1B64A1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9306D84-D5A3-4DE6-C919-7935D5F43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F0B737D1-DD2D-CD2C-7EE2-FF4068FA3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F53CC598-3EDA-20CF-4CF5-5F6BEB50C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B115-E251-473F-BFFB-AA923A626DD2}" type="datetimeFigureOut">
              <a:rPr lang="tr-TR" smtClean="0"/>
              <a:t>12.06.2025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DE5B7C8-6296-B39A-5513-BF06FFFE7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5279E645-B12C-DD8C-8732-0005E04F6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737AD-C32B-41B3-B08B-26375551F2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38436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C96228-0811-1946-17CD-CC62488E3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69859657-5AF6-9B49-A7CE-073AF3DEC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B115-E251-473F-BFFB-AA923A626DD2}" type="datetimeFigureOut">
              <a:rPr lang="tr-TR" smtClean="0"/>
              <a:t>12.06.2025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27A8708-DD0F-C777-ACA9-DC051721F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88FF711-DAD5-1339-6E00-9DAEBEFA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737AD-C32B-41B3-B08B-26375551F2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7890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1780C471-12CB-46CC-650D-8797B1DD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B115-E251-473F-BFFB-AA923A626DD2}" type="datetimeFigureOut">
              <a:rPr lang="tr-TR" smtClean="0"/>
              <a:t>12.06.2025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4060628B-2E4B-DE81-32C5-4092D4EF8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C587134-5FD7-B36B-AA8A-CEA339FA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737AD-C32B-41B3-B08B-26375551F2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7998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5F61DFB-5008-D7B0-2251-6721B132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8D56190-F79E-9A4E-BF20-B0036488D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D4460D1-CC2E-22D2-EF8C-5F864CC8D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926DB7C-790A-D1CE-0FAF-1B54B8C55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B115-E251-473F-BFFB-AA923A626DD2}" type="datetimeFigureOut">
              <a:rPr lang="tr-TR" smtClean="0"/>
              <a:t>12.06.2025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A67B93C-458C-5E89-A30C-12EF5F491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3C38BE8-DEDD-C3C6-2423-021DA9FB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737AD-C32B-41B3-B08B-26375551F2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880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B37822A-9F76-B2D3-95A1-CD0047EEB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9C79291-F6D6-1BC8-2A24-CF35AFEB4D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1CC6F6E-A7C0-E9BF-D58B-CB45C88F3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814977A-6B29-3F44-65C5-80169E57F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B115-E251-473F-BFFB-AA923A626DD2}" type="datetimeFigureOut">
              <a:rPr lang="tr-TR" smtClean="0"/>
              <a:t>12.06.2025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19EF973-06B7-4371-68A7-08773F65C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3D31BAD-8E13-1638-8EF2-E385CB1B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737AD-C32B-41B3-B08B-26375551F2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961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189EA3F-577A-E293-D00D-501E25A4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3426910-386B-6974-397C-4D905F1FC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6944F4C-2769-FBE0-6488-18BC0D3B2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B115-E251-473F-BFFB-AA923A626DD2}" type="datetimeFigureOut">
              <a:rPr lang="tr-TR" smtClean="0"/>
              <a:t>12.06.2025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E0F663B-E80F-9FA9-7B46-E70D7ADEA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618152A-1E2B-C306-CC81-AF2121B0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737AD-C32B-41B3-B08B-26375551F2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4760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89E5C6B9-F2FB-C6B7-39CF-5D030E2DF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5A8EAF5-CAA7-167B-7D2D-73723BF0F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EC8B7C3-6691-6E62-8F04-83E3EA1CA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B115-E251-473F-BFFB-AA923A626DD2}" type="datetimeFigureOut">
              <a:rPr lang="tr-TR" smtClean="0"/>
              <a:t>12.06.2025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B19AC21-807D-57EE-677F-77428CA8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D79ECC7-003D-932A-0055-F92561270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737AD-C32B-41B3-B08B-26375551F2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4264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4D87EBC9-3BA9-CB66-59B1-59AFFE974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EA39B5F-9D7F-4FF0-951E-AC224B7F4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817DF9D-E113-A50C-CB74-AFC9AB714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F7B115-E251-473F-BFFB-AA923A626DD2}" type="datetimeFigureOut">
              <a:rPr lang="tr-TR" smtClean="0"/>
              <a:t>12.06.2025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9C94F0C-7303-6453-FB9E-2C6C86F5C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7D4DA57-DF89-5090-5FBA-0020276A5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737AD-C32B-41B3-B08B-26375551F2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657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99BA71F-A9D2-D959-C7F2-358648EA0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219" y="450056"/>
            <a:ext cx="10858499" cy="5700713"/>
          </a:xfrm>
        </p:spPr>
        <p:txBody>
          <a:bodyPr>
            <a:normAutofit fontScale="85000" lnSpcReduction="20000"/>
          </a:bodyPr>
          <a:lstStyle/>
          <a:p>
            <a:pPr marL="2707005" marR="5080" lvl="5" indent="0" algn="ctr">
              <a:lnSpc>
                <a:spcPct val="150600"/>
              </a:lnSpc>
              <a:spcBef>
                <a:spcPts val="100"/>
              </a:spcBef>
              <a:buNone/>
            </a:pPr>
            <a:r>
              <a:rPr lang="tr-TR" sz="2800" b="1" dirty="0">
                <a:latin typeface="Calibri"/>
                <a:cs typeface="Calibri"/>
              </a:rPr>
              <a:t>EGE</a:t>
            </a:r>
            <a:r>
              <a:rPr lang="tr-TR" sz="2800" b="1" spc="-50" dirty="0">
                <a:latin typeface="Calibri"/>
                <a:cs typeface="Calibri"/>
              </a:rPr>
              <a:t> </a:t>
            </a:r>
            <a:r>
              <a:rPr lang="tr-TR" sz="2800" b="1" dirty="0">
                <a:latin typeface="Calibri"/>
                <a:cs typeface="Calibri"/>
              </a:rPr>
              <a:t>UNIVERSITY</a:t>
            </a:r>
            <a:r>
              <a:rPr lang="tr-TR" sz="2800" b="1" spc="-35" dirty="0">
                <a:latin typeface="Calibri"/>
                <a:cs typeface="Calibri"/>
              </a:rPr>
              <a:t> FACULTY</a:t>
            </a:r>
            <a:r>
              <a:rPr lang="tr-TR" sz="2800" b="1" spc="-50" dirty="0">
                <a:latin typeface="Calibri"/>
                <a:cs typeface="Calibri"/>
              </a:rPr>
              <a:t> </a:t>
            </a:r>
            <a:r>
              <a:rPr lang="tr-TR" sz="2800" b="1" dirty="0">
                <a:latin typeface="Calibri"/>
                <a:cs typeface="Calibri"/>
              </a:rPr>
              <a:t>OF</a:t>
            </a:r>
            <a:r>
              <a:rPr lang="tr-TR" sz="2800" b="1" spc="-50" dirty="0">
                <a:latin typeface="Calibri"/>
                <a:cs typeface="Calibri"/>
              </a:rPr>
              <a:t> </a:t>
            </a:r>
            <a:r>
              <a:rPr lang="tr-TR" sz="2800" b="1" spc="-10" dirty="0">
                <a:latin typeface="Calibri"/>
                <a:cs typeface="Calibri"/>
              </a:rPr>
              <a:t>ENGINEERING </a:t>
            </a:r>
            <a:r>
              <a:rPr lang="tr-TR" sz="2800" b="1" spc="-20" dirty="0">
                <a:latin typeface="Calibri"/>
                <a:cs typeface="Calibri"/>
              </a:rPr>
              <a:t>FUNDEMENTAL</a:t>
            </a:r>
            <a:r>
              <a:rPr lang="tr-TR" sz="2800" b="1" spc="-30" dirty="0">
                <a:latin typeface="Calibri"/>
                <a:cs typeface="Calibri"/>
              </a:rPr>
              <a:t> </a:t>
            </a:r>
            <a:r>
              <a:rPr lang="tr-TR" sz="2800" b="1" dirty="0">
                <a:latin typeface="Calibri"/>
                <a:cs typeface="Calibri"/>
              </a:rPr>
              <a:t>OF</a:t>
            </a:r>
            <a:r>
              <a:rPr lang="tr-TR" sz="2800" b="1" spc="-25" dirty="0">
                <a:latin typeface="Calibri"/>
                <a:cs typeface="Calibri"/>
              </a:rPr>
              <a:t> </a:t>
            </a:r>
            <a:r>
              <a:rPr lang="tr-TR" sz="2800" b="1" spc="-10" dirty="0">
                <a:latin typeface="Calibri"/>
                <a:cs typeface="Calibri"/>
              </a:rPr>
              <a:t>SOFTWARE</a:t>
            </a:r>
            <a:r>
              <a:rPr lang="tr-TR" sz="2800" b="1" spc="-30" dirty="0">
                <a:latin typeface="Calibri"/>
                <a:cs typeface="Calibri"/>
              </a:rPr>
              <a:t> </a:t>
            </a:r>
            <a:r>
              <a:rPr lang="tr-TR" sz="2800" b="1" spc="-10" dirty="0">
                <a:latin typeface="Calibri"/>
                <a:cs typeface="Calibri"/>
              </a:rPr>
              <a:t>ENGINEERING</a:t>
            </a:r>
            <a:endParaRPr lang="tr-TR" sz="2800" dirty="0">
              <a:latin typeface="Calibri"/>
              <a:cs typeface="Calibri"/>
            </a:endParaRPr>
          </a:p>
          <a:p>
            <a:pPr marL="799465" marR="904240" indent="0" algn="ctr">
              <a:lnSpc>
                <a:spcPts val="3550"/>
              </a:lnSpc>
              <a:spcBef>
                <a:spcPts val="380"/>
              </a:spcBef>
              <a:buNone/>
            </a:pPr>
            <a:r>
              <a:rPr lang="tr-TR" sz="2300" b="1" dirty="0">
                <a:latin typeface="Calibri"/>
                <a:cs typeface="Calibri"/>
              </a:rPr>
              <a:t>				2024–2025</a:t>
            </a:r>
            <a:r>
              <a:rPr lang="tr-TR" sz="2300" b="1" spc="-55" dirty="0">
                <a:latin typeface="Calibri"/>
                <a:cs typeface="Calibri"/>
              </a:rPr>
              <a:t> </a:t>
            </a:r>
            <a:r>
              <a:rPr lang="tr-TR" sz="2300" b="1" spc="-20" dirty="0">
                <a:latin typeface="Calibri"/>
                <a:cs typeface="Calibri"/>
              </a:rPr>
              <a:t>FALL</a:t>
            </a:r>
            <a:r>
              <a:rPr lang="tr-TR" sz="2300" b="1" spc="-65" dirty="0">
                <a:latin typeface="Calibri"/>
                <a:cs typeface="Calibri"/>
              </a:rPr>
              <a:t> </a:t>
            </a:r>
            <a:r>
              <a:rPr lang="tr-TR" sz="2300" b="1" spc="-10" dirty="0">
                <a:latin typeface="Calibri"/>
                <a:cs typeface="Calibri"/>
              </a:rPr>
              <a:t>SEMESTER </a:t>
            </a:r>
            <a:r>
              <a:rPr lang="tr-TR" sz="2300" b="1" dirty="0">
                <a:latin typeface="Calibri"/>
                <a:cs typeface="Calibri"/>
              </a:rPr>
              <a:t>PROJECT</a:t>
            </a:r>
            <a:r>
              <a:rPr lang="tr-TR" sz="2300" b="1" spc="-90" dirty="0">
                <a:latin typeface="Calibri"/>
                <a:cs typeface="Calibri"/>
              </a:rPr>
              <a:t> </a:t>
            </a:r>
            <a:r>
              <a:rPr lang="tr-TR" sz="2300" b="1" spc="-20" dirty="0">
                <a:latin typeface="Calibri"/>
                <a:cs typeface="Calibri"/>
              </a:rPr>
              <a:t>TOPİC</a:t>
            </a:r>
            <a:endParaRPr lang="tr-TR" sz="2300" dirty="0">
              <a:latin typeface="Calibri"/>
              <a:cs typeface="Calibri"/>
            </a:endParaRPr>
          </a:p>
          <a:p>
            <a:pPr marL="0" marR="17780" indent="0" algn="ctr">
              <a:lnSpc>
                <a:spcPct val="100000"/>
              </a:lnSpc>
              <a:spcBef>
                <a:spcPts val="590"/>
              </a:spcBef>
              <a:buNone/>
            </a:pPr>
            <a:r>
              <a:rPr lang="tr-TR" sz="2300" b="1" spc="-60" dirty="0">
                <a:latin typeface="Calibri"/>
                <a:cs typeface="Calibri"/>
              </a:rPr>
              <a:t>			</a:t>
            </a:r>
            <a:r>
              <a:rPr lang="tr-TR" sz="2300" b="1" spc="-60" dirty="0" err="1">
                <a:latin typeface="Calibri"/>
                <a:cs typeface="Calibri"/>
              </a:rPr>
              <a:t>Personalized</a:t>
            </a:r>
            <a:r>
              <a:rPr lang="tr-TR" sz="2300" b="1" spc="-55" dirty="0">
                <a:latin typeface="Calibri"/>
                <a:cs typeface="Calibri"/>
              </a:rPr>
              <a:t> Learning</a:t>
            </a:r>
            <a:r>
              <a:rPr lang="tr-TR" sz="2300" b="1" spc="-60" dirty="0">
                <a:latin typeface="Calibri"/>
                <a:cs typeface="Calibri"/>
              </a:rPr>
              <a:t> </a:t>
            </a:r>
            <a:r>
              <a:rPr lang="tr-TR" sz="2300" b="1" spc="-45" dirty="0" err="1">
                <a:latin typeface="Calibri"/>
                <a:cs typeface="Calibri"/>
              </a:rPr>
              <a:t>Hub</a:t>
            </a:r>
            <a:r>
              <a:rPr lang="tr-TR" sz="2300" b="1" spc="-50" dirty="0">
                <a:latin typeface="Calibri"/>
                <a:cs typeface="Calibri"/>
              </a:rPr>
              <a:t> </a:t>
            </a:r>
            <a:r>
              <a:rPr lang="tr-TR" sz="2300" b="1" spc="-55" dirty="0" err="1">
                <a:latin typeface="Calibri"/>
                <a:cs typeface="Calibri"/>
              </a:rPr>
              <a:t>for</a:t>
            </a:r>
            <a:r>
              <a:rPr lang="tr-TR" sz="2300" b="1" spc="-65" dirty="0">
                <a:latin typeface="Calibri"/>
                <a:cs typeface="Calibri"/>
              </a:rPr>
              <a:t> </a:t>
            </a:r>
            <a:r>
              <a:rPr lang="tr-TR" sz="2300" b="1" spc="-65" dirty="0" err="1">
                <a:latin typeface="Calibri"/>
                <a:cs typeface="Calibri"/>
              </a:rPr>
              <a:t>Tutoring</a:t>
            </a:r>
            <a:r>
              <a:rPr lang="tr-TR" sz="2300" b="1" spc="-60" dirty="0">
                <a:latin typeface="Calibri"/>
                <a:cs typeface="Calibri"/>
              </a:rPr>
              <a:t> </a:t>
            </a:r>
            <a:r>
              <a:rPr lang="tr-TR" sz="2300" b="1" spc="-10" dirty="0" err="1">
                <a:latin typeface="Calibri"/>
                <a:cs typeface="Calibri"/>
              </a:rPr>
              <a:t>Centers</a:t>
            </a:r>
            <a:endParaRPr lang="tr-TR" sz="2300" dirty="0">
              <a:latin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spcBef>
                <a:spcPts val="640"/>
              </a:spcBef>
              <a:buNone/>
            </a:pPr>
            <a:endParaRPr lang="tr-TR" sz="2300" dirty="0">
              <a:latin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spcBef>
                <a:spcPts val="5"/>
              </a:spcBef>
              <a:buNone/>
            </a:pPr>
            <a:r>
              <a:rPr lang="tr-TR" sz="2300" b="1" spc="-10" dirty="0">
                <a:latin typeface="Calibri"/>
                <a:cs typeface="Calibri"/>
              </a:rPr>
              <a:t>			DELIVERY</a:t>
            </a:r>
            <a:r>
              <a:rPr lang="tr-TR" sz="2300" b="1" spc="-35" dirty="0">
                <a:latin typeface="Calibri"/>
                <a:cs typeface="Calibri"/>
              </a:rPr>
              <a:t> </a:t>
            </a:r>
            <a:r>
              <a:rPr lang="tr-TR" sz="2300" b="1" spc="-25" dirty="0">
                <a:latin typeface="Calibri"/>
                <a:cs typeface="Calibri"/>
              </a:rPr>
              <a:t>DATE</a:t>
            </a:r>
            <a:r>
              <a:rPr lang="tr-TR" sz="2300" spc="-25" dirty="0">
                <a:latin typeface="Calibri"/>
                <a:cs typeface="Calibri"/>
              </a:rPr>
              <a:t>:</a:t>
            </a:r>
            <a:r>
              <a:rPr lang="tr-TR" sz="2300" spc="-30" dirty="0">
                <a:latin typeface="Calibri"/>
                <a:cs typeface="Calibri"/>
              </a:rPr>
              <a:t> </a:t>
            </a:r>
            <a:r>
              <a:rPr lang="tr-TR" sz="2300" spc="-10" dirty="0">
                <a:latin typeface="Calibri"/>
                <a:cs typeface="Calibri"/>
              </a:rPr>
              <a:t>12/06/2025</a:t>
            </a:r>
            <a:endParaRPr lang="tr-TR" sz="2300" dirty="0">
              <a:latin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spcBef>
                <a:spcPts val="1905"/>
              </a:spcBef>
              <a:buNone/>
            </a:pPr>
            <a:endParaRPr lang="tr-TR" sz="2300" dirty="0">
              <a:latin typeface="Calibri"/>
              <a:cs typeface="Calibri"/>
            </a:endParaRPr>
          </a:p>
          <a:p>
            <a:pPr marL="0" marR="119380" indent="0" algn="ctr">
              <a:lnSpc>
                <a:spcPct val="100000"/>
              </a:lnSpc>
              <a:spcBef>
                <a:spcPts val="5"/>
              </a:spcBef>
              <a:buNone/>
            </a:pPr>
            <a:r>
              <a:rPr lang="tr-TR" sz="2300" b="1" spc="-20" dirty="0">
                <a:latin typeface="Calibri"/>
                <a:cs typeface="Calibri"/>
              </a:rPr>
              <a:t>			PREPARED</a:t>
            </a:r>
            <a:r>
              <a:rPr lang="tr-TR" sz="2300" b="1" spc="-10" dirty="0">
                <a:latin typeface="Calibri"/>
                <a:cs typeface="Calibri"/>
              </a:rPr>
              <a:t> </a:t>
            </a:r>
            <a:r>
              <a:rPr lang="tr-TR" sz="2300" b="1" spc="-25" dirty="0">
                <a:latin typeface="Calibri"/>
                <a:cs typeface="Calibri"/>
              </a:rPr>
              <a:t>BY</a:t>
            </a:r>
            <a:endParaRPr lang="tr-TR" sz="2300" dirty="0">
              <a:latin typeface="Calibri"/>
              <a:cs typeface="Calibri"/>
            </a:endParaRPr>
          </a:p>
          <a:p>
            <a:pPr marL="0" marR="5080" indent="0" algn="ctr">
              <a:lnSpc>
                <a:spcPct val="100000"/>
              </a:lnSpc>
              <a:spcBef>
                <a:spcPts val="1680"/>
              </a:spcBef>
              <a:buNone/>
            </a:pPr>
            <a:r>
              <a:rPr lang="tr-TR" sz="2300" dirty="0">
                <a:latin typeface="Calibri"/>
                <a:cs typeface="Calibri"/>
              </a:rPr>
              <a:t>	 	   	  05210000273</a:t>
            </a:r>
            <a:r>
              <a:rPr lang="tr-TR" sz="2300" spc="-70" dirty="0">
                <a:latin typeface="Calibri"/>
                <a:cs typeface="Calibri"/>
              </a:rPr>
              <a:t> </a:t>
            </a:r>
            <a:r>
              <a:rPr lang="tr-TR" sz="2300" dirty="0">
                <a:latin typeface="Calibri"/>
                <a:cs typeface="Calibri"/>
              </a:rPr>
              <a:t>Muhammed</a:t>
            </a:r>
            <a:r>
              <a:rPr lang="tr-TR" sz="2300" spc="-65" dirty="0">
                <a:latin typeface="Calibri"/>
                <a:cs typeface="Calibri"/>
              </a:rPr>
              <a:t> </a:t>
            </a:r>
            <a:r>
              <a:rPr lang="tr-TR" sz="2300" spc="-10" dirty="0" err="1">
                <a:latin typeface="Calibri"/>
                <a:cs typeface="Calibri"/>
              </a:rPr>
              <a:t>Orhantekin</a:t>
            </a:r>
            <a:r>
              <a:rPr lang="tr-TR" sz="2300" spc="-10" dirty="0">
                <a:latin typeface="Calibri"/>
                <a:cs typeface="Calibri"/>
              </a:rPr>
              <a:t>,</a:t>
            </a:r>
            <a:endParaRPr lang="tr-TR" sz="2300" dirty="0">
              <a:latin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spcBef>
                <a:spcPts val="1750"/>
              </a:spcBef>
              <a:buNone/>
            </a:pPr>
            <a:r>
              <a:rPr lang="tr-TR" sz="2300" dirty="0">
                <a:latin typeface="Calibri"/>
                <a:cs typeface="Calibri"/>
              </a:rPr>
              <a:t> 		 05210000004</a:t>
            </a:r>
            <a:r>
              <a:rPr lang="tr-TR" sz="2300" spc="-45" dirty="0">
                <a:latin typeface="Calibri"/>
                <a:cs typeface="Calibri"/>
              </a:rPr>
              <a:t> </a:t>
            </a:r>
            <a:r>
              <a:rPr lang="tr-TR" sz="2300" dirty="0">
                <a:latin typeface="Calibri"/>
                <a:cs typeface="Calibri"/>
              </a:rPr>
              <a:t>Amin</a:t>
            </a:r>
            <a:r>
              <a:rPr lang="tr-TR" sz="2300" spc="-40" dirty="0">
                <a:latin typeface="Calibri"/>
                <a:cs typeface="Calibri"/>
              </a:rPr>
              <a:t> </a:t>
            </a:r>
            <a:r>
              <a:rPr lang="tr-TR" sz="2300" spc="-10" dirty="0" err="1">
                <a:latin typeface="Calibri"/>
                <a:cs typeface="Calibri"/>
              </a:rPr>
              <a:t>Azizzade</a:t>
            </a:r>
            <a:r>
              <a:rPr lang="tr-TR" sz="2300" spc="-10" dirty="0">
                <a:latin typeface="Calibri"/>
                <a:cs typeface="Calibri"/>
              </a:rPr>
              <a:t>,</a:t>
            </a:r>
            <a:endParaRPr lang="tr-TR" sz="2300" dirty="0">
              <a:latin typeface="Calibri"/>
              <a:cs typeface="Calibri"/>
            </a:endParaRPr>
          </a:p>
          <a:p>
            <a:pPr marL="899160" marR="906144" indent="0" algn="ctr">
              <a:lnSpc>
                <a:spcPct val="191900"/>
              </a:lnSpc>
              <a:spcBef>
                <a:spcPts val="5"/>
              </a:spcBef>
              <a:buNone/>
            </a:pPr>
            <a:r>
              <a:rPr lang="tr-TR" sz="2300" dirty="0">
                <a:latin typeface="Calibri"/>
                <a:cs typeface="Calibri"/>
              </a:rPr>
              <a:t>			05200000928</a:t>
            </a:r>
            <a:r>
              <a:rPr lang="tr-TR" sz="2300" spc="-55" dirty="0">
                <a:latin typeface="Calibri"/>
                <a:cs typeface="Calibri"/>
              </a:rPr>
              <a:t> </a:t>
            </a:r>
            <a:r>
              <a:rPr lang="tr-TR" sz="2300" dirty="0" err="1">
                <a:latin typeface="Calibri"/>
                <a:cs typeface="Calibri"/>
              </a:rPr>
              <a:t>Nasrulla</a:t>
            </a:r>
            <a:r>
              <a:rPr lang="tr-TR" sz="2300" spc="-55" dirty="0">
                <a:latin typeface="Calibri"/>
                <a:cs typeface="Calibri"/>
              </a:rPr>
              <a:t> </a:t>
            </a:r>
            <a:r>
              <a:rPr lang="tr-TR" sz="2300" spc="-20" dirty="0">
                <a:latin typeface="Calibri"/>
                <a:cs typeface="Calibri"/>
              </a:rPr>
              <a:t>Emin, </a:t>
            </a:r>
          </a:p>
          <a:p>
            <a:pPr marL="899160" marR="906144" indent="0" algn="ctr">
              <a:lnSpc>
                <a:spcPct val="191900"/>
              </a:lnSpc>
              <a:spcBef>
                <a:spcPts val="5"/>
              </a:spcBef>
              <a:buNone/>
            </a:pPr>
            <a:r>
              <a:rPr lang="tr-TR" sz="2300" dirty="0">
                <a:latin typeface="Calibri"/>
                <a:cs typeface="Calibri"/>
              </a:rPr>
              <a:t> 		05220000354</a:t>
            </a:r>
            <a:r>
              <a:rPr lang="tr-TR" sz="2300" spc="-45" dirty="0">
                <a:latin typeface="Calibri"/>
                <a:cs typeface="Calibri"/>
              </a:rPr>
              <a:t> </a:t>
            </a:r>
            <a:r>
              <a:rPr lang="tr-TR" sz="2300" dirty="0">
                <a:latin typeface="Calibri"/>
                <a:cs typeface="Calibri"/>
              </a:rPr>
              <a:t>Yiğit</a:t>
            </a:r>
            <a:r>
              <a:rPr lang="tr-TR" sz="2300" spc="-50" dirty="0">
                <a:latin typeface="Calibri"/>
                <a:cs typeface="Calibri"/>
              </a:rPr>
              <a:t> </a:t>
            </a:r>
            <a:r>
              <a:rPr lang="tr-TR" sz="2300" dirty="0">
                <a:latin typeface="Calibri"/>
                <a:cs typeface="Calibri"/>
              </a:rPr>
              <a:t>Alp</a:t>
            </a:r>
            <a:r>
              <a:rPr lang="tr-TR" sz="2300" spc="-40" dirty="0">
                <a:latin typeface="Calibri"/>
                <a:cs typeface="Calibri"/>
              </a:rPr>
              <a:t> </a:t>
            </a:r>
            <a:r>
              <a:rPr lang="tr-TR" sz="2300" spc="-10" dirty="0">
                <a:latin typeface="Calibri"/>
                <a:cs typeface="Calibri"/>
              </a:rPr>
              <a:t>Demir </a:t>
            </a:r>
          </a:p>
          <a:p>
            <a:pPr marL="899160" marR="906144" indent="0" algn="ctr">
              <a:lnSpc>
                <a:spcPct val="191900"/>
              </a:lnSpc>
              <a:spcBef>
                <a:spcPts val="5"/>
              </a:spcBef>
              <a:buNone/>
            </a:pPr>
            <a:r>
              <a:rPr lang="tr-TR" sz="2300" b="1" dirty="0">
                <a:latin typeface="Calibri"/>
                <a:cs typeface="Calibri"/>
              </a:rPr>
              <a:t>				</a:t>
            </a:r>
            <a:r>
              <a:rPr lang="tr-TR" sz="2300" b="1" dirty="0" err="1">
                <a:latin typeface="Calibri"/>
                <a:cs typeface="Calibri"/>
              </a:rPr>
              <a:t>Group</a:t>
            </a:r>
            <a:r>
              <a:rPr lang="tr-TR" sz="2300" b="1" spc="-50" dirty="0">
                <a:latin typeface="Calibri"/>
                <a:cs typeface="Calibri"/>
              </a:rPr>
              <a:t> </a:t>
            </a:r>
            <a:r>
              <a:rPr lang="tr-TR" sz="2300" b="1" dirty="0">
                <a:latin typeface="Calibri"/>
                <a:cs typeface="Calibri"/>
              </a:rPr>
              <a:t>No:</a:t>
            </a:r>
            <a:r>
              <a:rPr lang="tr-TR" sz="2300" b="1" spc="-40" dirty="0">
                <a:latin typeface="Calibri"/>
                <a:cs typeface="Calibri"/>
              </a:rPr>
              <a:t> </a:t>
            </a:r>
            <a:r>
              <a:rPr lang="tr-TR" sz="2300" b="1" spc="-50" dirty="0">
                <a:latin typeface="Calibri"/>
                <a:cs typeface="Calibri"/>
              </a:rPr>
              <a:t>2</a:t>
            </a:r>
            <a:endParaRPr lang="tr-TR" sz="2300" dirty="0">
              <a:latin typeface="Calibri"/>
              <a:cs typeface="Calibri"/>
            </a:endParaRPr>
          </a:p>
          <a:p>
            <a:endParaRPr lang="tr-TR" dirty="0"/>
          </a:p>
        </p:txBody>
      </p:sp>
      <p:pic>
        <p:nvPicPr>
          <p:cNvPr id="4" name="Resim 3" descr="metin, logo, simge, sembol, ticari marka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AA19B93E-6E10-9FA7-E017-C3E56F3B4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277" y="2225040"/>
            <a:ext cx="2407920" cy="240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7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836844-3F72-1A96-9A40-DE4588BF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632"/>
            <a:ext cx="10515600" cy="1949450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rgbClr val="FF0000"/>
                </a:solidFill>
                <a:latin typeface="Arial"/>
                <a:cs typeface="Arial"/>
              </a:rPr>
              <a:t>			</a:t>
            </a:r>
            <a:r>
              <a:rPr lang="tr-TR" sz="4000" b="1" dirty="0">
                <a:solidFill>
                  <a:srgbClr val="FF0000"/>
                </a:solidFill>
                <a:latin typeface="Arial"/>
                <a:cs typeface="Arial"/>
              </a:rPr>
              <a:t>Architecture</a:t>
            </a:r>
            <a:r>
              <a:rPr lang="tr-TR" sz="4000" b="1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tr-TR" sz="4000" b="1" spc="-10" dirty="0" err="1">
                <a:solidFill>
                  <a:srgbClr val="FF0000"/>
                </a:solidFill>
                <a:latin typeface="Arial"/>
                <a:cs typeface="Arial"/>
              </a:rPr>
              <a:t>Section</a:t>
            </a:r>
            <a:br>
              <a:rPr lang="tr-TR" sz="4000" b="1" spc="-10" dirty="0">
                <a:solidFill>
                  <a:srgbClr val="FF0000"/>
                </a:solidFill>
                <a:latin typeface="Arial"/>
                <a:cs typeface="Arial"/>
              </a:rPr>
            </a:br>
            <a:br>
              <a:rPr lang="tr-TR" dirty="0">
                <a:solidFill>
                  <a:srgbClr val="FF0000"/>
                </a:solidFill>
                <a:latin typeface="Arial"/>
                <a:cs typeface="Arial"/>
              </a:rPr>
            </a:br>
            <a:r>
              <a:rPr lang="tr-TR" sz="2700" b="1" dirty="0">
                <a:latin typeface="Arial"/>
                <a:cs typeface="Arial"/>
              </a:rPr>
              <a:t>1)</a:t>
            </a:r>
            <a:r>
              <a:rPr lang="tr-TR" sz="2700" b="1" spc="130" dirty="0">
                <a:latin typeface="Arial"/>
                <a:cs typeface="Arial"/>
              </a:rPr>
              <a:t> </a:t>
            </a:r>
            <a:r>
              <a:rPr lang="tr-TR" sz="2700" b="1" dirty="0">
                <a:latin typeface="Arial"/>
                <a:cs typeface="Arial"/>
              </a:rPr>
              <a:t>General</a:t>
            </a:r>
            <a:r>
              <a:rPr lang="tr-TR" sz="2700" b="1" spc="-15" dirty="0">
                <a:latin typeface="Arial"/>
                <a:cs typeface="Arial"/>
              </a:rPr>
              <a:t> </a:t>
            </a:r>
            <a:r>
              <a:rPr lang="tr-TR" sz="2700" b="1" dirty="0" err="1">
                <a:latin typeface="Arial"/>
                <a:cs typeface="Arial"/>
              </a:rPr>
              <a:t>System</a:t>
            </a:r>
            <a:r>
              <a:rPr lang="tr-TR" sz="2700" b="1" spc="-10" dirty="0">
                <a:latin typeface="Arial"/>
                <a:cs typeface="Arial"/>
              </a:rPr>
              <a:t> </a:t>
            </a:r>
            <a:r>
              <a:rPr lang="tr-TR" sz="2700" b="1" spc="-10" dirty="0" err="1">
                <a:latin typeface="Arial"/>
                <a:cs typeface="Arial"/>
              </a:rPr>
              <a:t>and</a:t>
            </a:r>
            <a:r>
              <a:rPr lang="tr-TR" sz="2700" b="1" spc="-10" dirty="0">
                <a:latin typeface="Arial"/>
                <a:cs typeface="Arial"/>
              </a:rPr>
              <a:t> </a:t>
            </a:r>
            <a:r>
              <a:rPr lang="tr-TR" sz="2700" b="1" dirty="0">
                <a:latin typeface="Arial"/>
                <a:cs typeface="Arial"/>
              </a:rPr>
              <a:t>Blog</a:t>
            </a:r>
            <a:r>
              <a:rPr lang="tr-TR" sz="2700" b="1" spc="-20" dirty="0">
                <a:latin typeface="Arial"/>
                <a:cs typeface="Arial"/>
              </a:rPr>
              <a:t> </a:t>
            </a:r>
            <a:r>
              <a:rPr lang="tr-TR" sz="2700" b="1" spc="-10" dirty="0" err="1">
                <a:latin typeface="Arial"/>
                <a:cs typeface="Arial"/>
              </a:rPr>
              <a:t>Diagram</a:t>
            </a:r>
            <a:br>
              <a:rPr lang="tr-TR" dirty="0">
                <a:latin typeface="Arial"/>
                <a:cs typeface="Arial"/>
              </a:rPr>
            </a:br>
            <a:endParaRPr lang="tr-TR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7C9BA37-7B02-3DC1-567B-81C07D56A7A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35857" y="1657350"/>
            <a:ext cx="3895406" cy="520065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9E45F2D4-F51B-8606-F6DD-D092051DDAC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5576" y="2263894"/>
            <a:ext cx="6391594" cy="367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34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AD72DB4B-790E-0DA3-3E17-62DB1B9468D3}"/>
              </a:ext>
            </a:extLst>
          </p:cNvPr>
          <p:cNvSpPr txBox="1"/>
          <p:nvPr/>
        </p:nvSpPr>
        <p:spPr>
          <a:xfrm>
            <a:off x="1757187" y="1078706"/>
            <a:ext cx="867762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/>
              <a:t>Personalized Learning Hub</a:t>
            </a:r>
            <a:r>
              <a:rPr lang="en-US" dirty="0"/>
              <a:t> project is built upon the principle of </a:t>
            </a:r>
            <a:r>
              <a:rPr lang="en-US" b="1" dirty="0"/>
              <a:t>layered architecture</a:t>
            </a:r>
            <a:r>
              <a:rPr lang="en-US" dirty="0"/>
              <a:t> during the software development process. The application is a digital learning platform where users (students, tutors, and administrators) can plan educational processes, access resources, participate in sessions, and perform evaluations.</a:t>
            </a:r>
            <a:endParaRPr lang="tr-TR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system operates on three main layers:</a:t>
            </a:r>
            <a:endParaRPr lang="tr-TR" dirty="0"/>
          </a:p>
          <a:p>
            <a:pPr>
              <a:buNone/>
            </a:pP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b="1" i="1" dirty="0"/>
              <a:t>Frontend</a:t>
            </a:r>
            <a:r>
              <a:rPr lang="en-US" dirty="0"/>
              <a:t> (</a:t>
            </a:r>
            <a:r>
              <a:rPr lang="en-US" b="1" dirty="0"/>
              <a:t>React.js</a:t>
            </a:r>
            <a:r>
              <a:rPr lang="en-US" dirty="0"/>
              <a:t>)</a:t>
            </a:r>
          </a:p>
          <a:p>
            <a:pPr lvl="1">
              <a:buFont typeface="+mj-lt"/>
              <a:buAutoNum type="arabicPeriod"/>
            </a:pPr>
            <a:r>
              <a:rPr lang="en-US" b="1" i="1" dirty="0"/>
              <a:t>Backend</a:t>
            </a:r>
            <a:r>
              <a:rPr lang="en-US" dirty="0"/>
              <a:t> (</a:t>
            </a:r>
            <a:r>
              <a:rPr lang="en-US" b="1" dirty="0"/>
              <a:t>Spring Boot</a:t>
            </a:r>
            <a:r>
              <a:rPr lang="en-US" dirty="0"/>
              <a:t>, REST API)</a:t>
            </a:r>
          </a:p>
          <a:p>
            <a:pPr lvl="1">
              <a:buFont typeface="+mj-lt"/>
              <a:buAutoNum type="arabicPeriod"/>
            </a:pPr>
            <a:r>
              <a:rPr lang="en-US" b="1" i="1" dirty="0"/>
              <a:t>Database</a:t>
            </a:r>
            <a:r>
              <a:rPr lang="en-US" dirty="0"/>
              <a:t> (</a:t>
            </a:r>
            <a:r>
              <a:rPr lang="en-US" b="1" dirty="0"/>
              <a:t>PostgreSQL</a:t>
            </a:r>
            <a:r>
              <a:rPr lang="en-US" dirty="0"/>
              <a:t>)</a:t>
            </a:r>
            <a:endParaRPr lang="tr-TR" dirty="0"/>
          </a:p>
          <a:p>
            <a:endParaRPr lang="en-US" dirty="0"/>
          </a:p>
          <a:p>
            <a:r>
              <a:rPr lang="en-US" dirty="0"/>
              <a:t>Each layer is designed independently and modularly. Communication between components is achieved through </a:t>
            </a:r>
            <a:r>
              <a:rPr lang="en-US" b="1" dirty="0"/>
              <a:t>RESTful APIs over HTTP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345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559776-A994-E01D-D835-C21326DF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tr-TR" sz="1600" b="1" dirty="0"/>
            </a:br>
            <a:br>
              <a:rPr lang="tr-TR" sz="1600" b="1" dirty="0"/>
            </a:br>
            <a:br>
              <a:rPr lang="tr-TR" sz="1600" b="1" dirty="0"/>
            </a:br>
            <a:br>
              <a:rPr lang="tr-TR" sz="1800" b="1" dirty="0"/>
            </a:b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B0A714D-34BF-2D8C-61C6-5A72682A6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5197" y="208755"/>
            <a:ext cx="9041606" cy="644048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800" b="1" dirty="0"/>
              <a:t>Inter-Component Communication</a:t>
            </a:r>
            <a:endParaRPr lang="en-US" sz="1800" dirty="0"/>
          </a:p>
          <a:p>
            <a:pPr marL="0" marR="302895" indent="0">
              <a:lnSpc>
                <a:spcPct val="111800"/>
              </a:lnSpc>
              <a:spcBef>
                <a:spcPts val="100"/>
              </a:spcBef>
              <a:buNone/>
            </a:pPr>
            <a:endParaRPr lang="tr-TR" sz="1600" dirty="0">
              <a:cs typeface="Tahoma"/>
            </a:endParaRPr>
          </a:p>
          <a:p>
            <a:pPr marL="0" indent="0">
              <a:buNone/>
            </a:pPr>
            <a:r>
              <a:rPr lang="en-US" sz="1600" dirty="0"/>
              <a:t>The entire system ensures inter-layer communication through REST API. This structure works as follows:</a:t>
            </a:r>
          </a:p>
          <a:p>
            <a:pPr marL="0" marR="302895" indent="0">
              <a:lnSpc>
                <a:spcPct val="111800"/>
              </a:lnSpc>
              <a:spcBef>
                <a:spcPts val="100"/>
              </a:spcBef>
              <a:buNone/>
            </a:pPr>
            <a:endParaRPr lang="en-US" sz="1600" b="1" spc="-10" dirty="0">
              <a:cs typeface="Tahoma"/>
            </a:endParaRPr>
          </a:p>
          <a:p>
            <a:pPr marL="0" marR="302895" indent="0">
              <a:lnSpc>
                <a:spcPct val="111800"/>
              </a:lnSpc>
              <a:spcBef>
                <a:spcPts val="100"/>
              </a:spcBef>
              <a:buNone/>
            </a:pPr>
            <a:r>
              <a:rPr lang="en-US" sz="1600" b="1" dirty="0">
                <a:cs typeface="Tahoma"/>
              </a:rPr>
              <a:t>   React</a:t>
            </a:r>
            <a:r>
              <a:rPr lang="en-US" sz="1600" b="1" spc="114" dirty="0">
                <a:cs typeface="Tahoma"/>
              </a:rPr>
              <a:t> </a:t>
            </a:r>
            <a:r>
              <a:rPr lang="en-US" sz="1600" b="1" spc="-10" dirty="0">
                <a:cs typeface="Tahoma"/>
              </a:rPr>
              <a:t>Component</a:t>
            </a:r>
          </a:p>
          <a:p>
            <a:pPr marL="0" marR="302895" indent="0">
              <a:lnSpc>
                <a:spcPct val="111800"/>
              </a:lnSpc>
              <a:spcBef>
                <a:spcPts val="100"/>
              </a:spcBef>
              <a:buNone/>
            </a:pPr>
            <a:r>
              <a:rPr lang="en-US" sz="1600" b="1" spc="-10" dirty="0">
                <a:cs typeface="Tahoma"/>
              </a:rPr>
              <a:t>    </a:t>
            </a:r>
          </a:p>
          <a:p>
            <a:pPr marL="0" marR="302895" indent="0">
              <a:lnSpc>
                <a:spcPct val="111800"/>
              </a:lnSpc>
              <a:spcBef>
                <a:spcPts val="100"/>
              </a:spcBef>
              <a:buNone/>
            </a:pPr>
            <a:r>
              <a:rPr lang="en-US" sz="1600" b="1" spc="-10" dirty="0">
                <a:cs typeface="Tahoma"/>
              </a:rPr>
              <a:t>      </a:t>
            </a:r>
            <a:r>
              <a:rPr lang="en-US" sz="1600" dirty="0">
                <a:cs typeface="Tahoma"/>
              </a:rPr>
              <a:t>→</a:t>
            </a:r>
            <a:r>
              <a:rPr lang="en-US" sz="1600" spc="15" dirty="0">
                <a:cs typeface="Tahoma"/>
              </a:rPr>
              <a:t> </a:t>
            </a:r>
            <a:r>
              <a:rPr lang="en-US" sz="1600" dirty="0">
                <a:cs typeface="Tahoma"/>
              </a:rPr>
              <a:t>Axios</a:t>
            </a:r>
            <a:r>
              <a:rPr lang="en-US" sz="1600" spc="20" dirty="0">
                <a:cs typeface="Tahoma"/>
              </a:rPr>
              <a:t> </a:t>
            </a:r>
            <a:r>
              <a:rPr lang="en-US" sz="1600" spc="-10" dirty="0">
                <a:cs typeface="Tahoma"/>
              </a:rPr>
              <a:t>Service</a:t>
            </a:r>
            <a:endParaRPr lang="en-US" sz="1600" dirty="0"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960"/>
              </a:spcBef>
              <a:buNone/>
            </a:pPr>
            <a:r>
              <a:rPr lang="en-US" sz="1600" dirty="0">
                <a:cs typeface="Tahoma"/>
              </a:rPr>
              <a:t>     </a:t>
            </a:r>
            <a:r>
              <a:rPr lang="tr-TR" sz="1600" dirty="0">
                <a:cs typeface="Tahoma"/>
              </a:rPr>
              <a:t>    </a:t>
            </a:r>
            <a:r>
              <a:rPr lang="en-US" sz="1600" dirty="0">
                <a:cs typeface="Tahoma"/>
              </a:rPr>
              <a:t>→</a:t>
            </a:r>
            <a:r>
              <a:rPr lang="en-US" sz="1600" spc="-30" dirty="0">
                <a:cs typeface="Tahoma"/>
              </a:rPr>
              <a:t> </a:t>
            </a:r>
            <a:r>
              <a:rPr lang="en-US" sz="1600" dirty="0">
                <a:cs typeface="Tahoma"/>
              </a:rPr>
              <a:t>Spring</a:t>
            </a:r>
            <a:r>
              <a:rPr lang="en-US" sz="1600" spc="-25" dirty="0">
                <a:cs typeface="Tahoma"/>
              </a:rPr>
              <a:t> </a:t>
            </a:r>
            <a:r>
              <a:rPr lang="en-US" sz="1600" spc="-10" dirty="0">
                <a:cs typeface="Tahoma"/>
              </a:rPr>
              <a:t>Controller</a:t>
            </a:r>
            <a:endParaRPr lang="en-US" sz="1600" dirty="0">
              <a:cs typeface="Tahoma"/>
            </a:endParaRPr>
          </a:p>
          <a:p>
            <a:pPr marL="81280" indent="0">
              <a:lnSpc>
                <a:spcPct val="100000"/>
              </a:lnSpc>
              <a:spcBef>
                <a:spcPts val="960"/>
              </a:spcBef>
              <a:buNone/>
            </a:pPr>
            <a:r>
              <a:rPr lang="en-US" sz="1600" dirty="0">
                <a:cs typeface="Tahoma"/>
              </a:rPr>
              <a:t>       </a:t>
            </a:r>
            <a:r>
              <a:rPr lang="tr-TR" sz="1600" dirty="0">
                <a:cs typeface="Tahoma"/>
              </a:rPr>
              <a:t>   </a:t>
            </a:r>
            <a:r>
              <a:rPr lang="en-US" sz="1600" dirty="0">
                <a:cs typeface="Tahoma"/>
              </a:rPr>
              <a:t> →</a:t>
            </a:r>
            <a:r>
              <a:rPr lang="en-US" sz="1600" spc="30" dirty="0">
                <a:cs typeface="Tahoma"/>
              </a:rPr>
              <a:t> </a:t>
            </a:r>
            <a:r>
              <a:rPr lang="en-US" sz="1600" dirty="0">
                <a:cs typeface="Tahoma"/>
              </a:rPr>
              <a:t>Service</a:t>
            </a:r>
            <a:r>
              <a:rPr lang="en-US" sz="1600" spc="35" dirty="0">
                <a:cs typeface="Tahoma"/>
              </a:rPr>
              <a:t> </a:t>
            </a:r>
            <a:r>
              <a:rPr lang="en-US" sz="1600" spc="-20" dirty="0">
                <a:cs typeface="Tahoma"/>
              </a:rPr>
              <a:t>Layer</a:t>
            </a:r>
          </a:p>
          <a:p>
            <a:pPr marL="81280" indent="0">
              <a:lnSpc>
                <a:spcPct val="100000"/>
              </a:lnSpc>
              <a:spcBef>
                <a:spcPts val="960"/>
              </a:spcBef>
              <a:buNone/>
            </a:pPr>
            <a:r>
              <a:rPr lang="en-US" sz="1600" spc="-20" dirty="0">
                <a:cs typeface="Tahoma"/>
              </a:rPr>
              <a:t>               </a:t>
            </a:r>
            <a:r>
              <a:rPr lang="tr-TR" sz="1600" spc="-20" dirty="0">
                <a:cs typeface="Tahoma"/>
              </a:rPr>
              <a:t> </a:t>
            </a:r>
            <a:r>
              <a:rPr lang="en-US" sz="1600" dirty="0">
                <a:cs typeface="Tahoma"/>
              </a:rPr>
              <a:t>→</a:t>
            </a:r>
            <a:r>
              <a:rPr lang="en-US" sz="1600" spc="-40" dirty="0">
                <a:cs typeface="Tahoma"/>
              </a:rPr>
              <a:t> </a:t>
            </a:r>
            <a:r>
              <a:rPr lang="en-US" sz="1600" spc="-10" dirty="0">
                <a:cs typeface="Tahoma"/>
              </a:rPr>
              <a:t>Repository</a:t>
            </a:r>
            <a:endParaRPr lang="en-US" sz="1600" dirty="0">
              <a:cs typeface="Tahoma"/>
            </a:endParaRPr>
          </a:p>
          <a:p>
            <a:pPr marL="251459" indent="0">
              <a:lnSpc>
                <a:spcPct val="100000"/>
              </a:lnSpc>
              <a:spcBef>
                <a:spcPts val="960"/>
              </a:spcBef>
              <a:buNone/>
            </a:pPr>
            <a:r>
              <a:rPr lang="en-US" sz="1600" spc="20" dirty="0">
                <a:cs typeface="Tahoma"/>
              </a:rPr>
              <a:t>             </a:t>
            </a:r>
            <a:r>
              <a:rPr lang="tr-TR" sz="1600" spc="20" dirty="0">
                <a:cs typeface="Tahoma"/>
              </a:rPr>
              <a:t> </a:t>
            </a:r>
            <a:r>
              <a:rPr lang="en-US" sz="1600" spc="20" dirty="0">
                <a:cs typeface="Tahoma"/>
              </a:rPr>
              <a:t>→</a:t>
            </a:r>
            <a:r>
              <a:rPr lang="en-US" sz="1600" spc="30" dirty="0">
                <a:cs typeface="Tahoma"/>
              </a:rPr>
              <a:t> </a:t>
            </a:r>
            <a:r>
              <a:rPr lang="en-US" sz="1600" spc="20" dirty="0">
                <a:cs typeface="Tahoma"/>
              </a:rPr>
              <a:t>PostgreSQL</a:t>
            </a:r>
            <a:r>
              <a:rPr lang="en-US" sz="1600" spc="-20" dirty="0">
                <a:cs typeface="Tahoma"/>
              </a:rPr>
              <a:t> Query</a:t>
            </a:r>
            <a:endParaRPr lang="en-US" sz="1600" dirty="0">
              <a:cs typeface="Tahoma"/>
            </a:endParaRPr>
          </a:p>
          <a:p>
            <a:pPr marL="335280" indent="0">
              <a:lnSpc>
                <a:spcPct val="100000"/>
              </a:lnSpc>
              <a:spcBef>
                <a:spcPts val="965"/>
              </a:spcBef>
              <a:buNone/>
            </a:pPr>
            <a:r>
              <a:rPr lang="en-US" sz="1600" dirty="0">
                <a:cs typeface="Tahoma"/>
              </a:rPr>
              <a:t>                 →</a:t>
            </a:r>
            <a:r>
              <a:rPr lang="en-US" sz="1600" spc="15" dirty="0">
                <a:cs typeface="Tahoma"/>
              </a:rPr>
              <a:t> </a:t>
            </a:r>
            <a:r>
              <a:rPr lang="en-US" sz="1600" dirty="0">
                <a:cs typeface="Tahoma"/>
              </a:rPr>
              <a:t>Result</a:t>
            </a:r>
            <a:r>
              <a:rPr lang="en-US" sz="1600" spc="15" dirty="0">
                <a:cs typeface="Tahoma"/>
              </a:rPr>
              <a:t> </a:t>
            </a:r>
            <a:r>
              <a:rPr lang="en-US" sz="1600" dirty="0">
                <a:cs typeface="Tahoma"/>
              </a:rPr>
              <a:t>→</a:t>
            </a:r>
            <a:r>
              <a:rPr lang="en-US" sz="1600" spc="15" dirty="0">
                <a:cs typeface="Tahoma"/>
              </a:rPr>
              <a:t> </a:t>
            </a:r>
            <a:r>
              <a:rPr lang="en-US" sz="1600" dirty="0">
                <a:cs typeface="Tahoma"/>
              </a:rPr>
              <a:t>Mapper</a:t>
            </a:r>
            <a:r>
              <a:rPr lang="en-US" sz="1600" spc="15" dirty="0">
                <a:cs typeface="Tahoma"/>
              </a:rPr>
              <a:t> </a:t>
            </a:r>
            <a:r>
              <a:rPr lang="en-US" sz="1600" dirty="0">
                <a:cs typeface="Tahoma"/>
              </a:rPr>
              <a:t>→</a:t>
            </a:r>
            <a:r>
              <a:rPr lang="en-US" sz="1600" spc="15" dirty="0">
                <a:cs typeface="Tahoma"/>
              </a:rPr>
              <a:t> </a:t>
            </a:r>
            <a:r>
              <a:rPr lang="en-US" sz="1600" dirty="0">
                <a:cs typeface="Tahoma"/>
              </a:rPr>
              <a:t>DTO</a:t>
            </a:r>
            <a:r>
              <a:rPr lang="en-US" sz="1600" spc="5" dirty="0">
                <a:cs typeface="Tahoma"/>
              </a:rPr>
              <a:t> </a:t>
            </a:r>
            <a:r>
              <a:rPr lang="en-US" sz="1600" dirty="0">
                <a:cs typeface="Tahoma"/>
              </a:rPr>
              <a:t>→</a:t>
            </a:r>
            <a:r>
              <a:rPr lang="en-US" sz="1600" spc="15" dirty="0">
                <a:cs typeface="Tahoma"/>
              </a:rPr>
              <a:t> </a:t>
            </a:r>
            <a:r>
              <a:rPr lang="en-US" sz="1600" spc="90" dirty="0">
                <a:cs typeface="Tahoma"/>
              </a:rPr>
              <a:t>JSON</a:t>
            </a:r>
            <a:r>
              <a:rPr lang="en-US" sz="1600" spc="10" dirty="0">
                <a:cs typeface="Tahoma"/>
              </a:rPr>
              <a:t> </a:t>
            </a:r>
            <a:r>
              <a:rPr lang="en-US" sz="1600" dirty="0">
                <a:cs typeface="Tahoma"/>
              </a:rPr>
              <a:t>Response</a:t>
            </a:r>
            <a:r>
              <a:rPr lang="en-US" sz="1600" spc="30" dirty="0">
                <a:cs typeface="Tahoma"/>
              </a:rPr>
              <a:t> </a:t>
            </a:r>
            <a:r>
              <a:rPr lang="en-US" sz="1600" dirty="0">
                <a:cs typeface="Tahoma"/>
              </a:rPr>
              <a:t>→</a:t>
            </a:r>
            <a:r>
              <a:rPr lang="en-US" sz="1600" spc="15" dirty="0">
                <a:cs typeface="Tahoma"/>
              </a:rPr>
              <a:t> </a:t>
            </a:r>
            <a:r>
              <a:rPr lang="en-US" sz="1600" spc="-10" dirty="0">
                <a:cs typeface="Tahoma"/>
              </a:rPr>
              <a:t>React</a:t>
            </a:r>
            <a:endParaRPr lang="tr-TR" sz="1600" spc="-10" dirty="0">
              <a:cs typeface="Tahoma"/>
            </a:endParaRPr>
          </a:p>
          <a:p>
            <a:pPr marL="0" marR="369570" indent="0">
              <a:lnSpc>
                <a:spcPct val="110800"/>
              </a:lnSpc>
              <a:spcBef>
                <a:spcPts val="805"/>
              </a:spcBef>
              <a:buNone/>
            </a:pPr>
            <a:endParaRPr lang="en-US" sz="1600" dirty="0">
              <a:cs typeface="Tahoma"/>
            </a:endParaRPr>
          </a:p>
          <a:p>
            <a:pPr marL="0" indent="0">
              <a:buNone/>
            </a:pPr>
            <a:r>
              <a:rPr lang="en-US" sz="1600" dirty="0"/>
              <a:t>In this way, all data flow in the system is organized in a transparent, manageable, and decoupled manner.</a:t>
            </a:r>
          </a:p>
          <a:p>
            <a:pPr marL="0" indent="0">
              <a:buNone/>
            </a:pPr>
            <a:r>
              <a:rPr lang="en-US" sz="1600" b="1" dirty="0"/>
              <a:t>Conclusion</a:t>
            </a:r>
            <a:r>
              <a:rPr lang="en-US" sz="1600" dirty="0"/>
              <a:t> </a:t>
            </a:r>
            <a:r>
              <a:rPr lang="en-US" sz="1600" b="1" dirty="0"/>
              <a:t>Personalized Learning Hub</a:t>
            </a:r>
            <a:r>
              <a:rPr lang="en-US" sz="1600" dirty="0"/>
              <a:t> is designed to support the MVC principle. However, specifically in terms of backend structure, </a:t>
            </a:r>
            <a:r>
              <a:rPr lang="en-US" sz="1600" b="1" dirty="0"/>
              <a:t>Layered Architecture</a:t>
            </a:r>
            <a:r>
              <a:rPr lang="en-US" sz="1600" dirty="0"/>
              <a:t> is explicitly implemented. This architecture ensures that the system is sustainable, extensible, and modular.</a:t>
            </a:r>
          </a:p>
          <a:p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159308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14B08E-8BF0-5EC8-91A0-98AAFB1F7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0744"/>
          </a:xfrm>
        </p:spPr>
        <p:txBody>
          <a:bodyPr>
            <a:normAutofit/>
          </a:bodyPr>
          <a:lstStyle/>
          <a:p>
            <a:r>
              <a:rPr lang="tr-TR" sz="2400" b="1" dirty="0"/>
              <a:t>2) </a:t>
            </a:r>
            <a:r>
              <a:rPr lang="tr-TR" sz="2400" b="1" dirty="0" err="1"/>
              <a:t>Backend</a:t>
            </a:r>
            <a:r>
              <a:rPr lang="tr-TR" sz="2400" b="1" dirty="0"/>
              <a:t> Mimarisi (Spring </a:t>
            </a:r>
            <a:r>
              <a:rPr lang="tr-TR" sz="2400" b="1" dirty="0" err="1"/>
              <a:t>Boot</a:t>
            </a:r>
            <a:r>
              <a:rPr lang="tr-TR" sz="2400" b="1" dirty="0"/>
              <a:t>)</a:t>
            </a:r>
            <a:br>
              <a:rPr lang="tr-TR" sz="2800" dirty="0"/>
            </a:br>
            <a:endParaRPr lang="tr-TR" sz="2800" dirty="0"/>
          </a:p>
        </p:txBody>
      </p:sp>
      <p:pic>
        <p:nvPicPr>
          <p:cNvPr id="4" name="İçerik Yer Tutucusu 3" descr="metin, doküman, belge, ekran görüntüsü, men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00159B0-F9DE-1BC1-BE6D-101BF9870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0256" y="964727"/>
            <a:ext cx="3858961" cy="5893274"/>
          </a:xfrm>
          <a:prstGeom prst="rect">
            <a:avLst/>
          </a:prstGeom>
        </p:spPr>
      </p:pic>
      <p:pic>
        <p:nvPicPr>
          <p:cNvPr id="5" name="Resim 4" descr="metin, ekran görüntüsü, doküman, belge, men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71849A4-88B8-86B3-3D54-00197DD2D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217" y="964725"/>
            <a:ext cx="3858961" cy="589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503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4B9B8DD-B9C0-48EC-2D28-B32B713AE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7888"/>
          </a:xfrm>
        </p:spPr>
        <p:txBody>
          <a:bodyPr>
            <a:normAutofit fontScale="90000"/>
          </a:bodyPr>
          <a:lstStyle/>
          <a:p>
            <a:pPr algn="ctr"/>
            <a:br>
              <a:rPr lang="tr-TR" sz="1800" b="1" dirty="0"/>
            </a:br>
            <a:br>
              <a:rPr lang="tr-TR" sz="1800" b="1" dirty="0"/>
            </a:br>
            <a:r>
              <a:rPr lang="en-US" sz="2000" b="1" dirty="0"/>
              <a:t>Backend Architecture Explanation</a:t>
            </a:r>
            <a:br>
              <a:rPr lang="en-US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5791C94-9AFA-7980-F0D2-45C0FF66E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180" y="1539874"/>
            <a:ext cx="7484537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General Structure</a:t>
            </a:r>
          </a:p>
          <a:p>
            <a:r>
              <a:rPr lang="en-US" sz="1600" dirty="0"/>
              <a:t>The </a:t>
            </a:r>
            <a:r>
              <a:rPr lang="en-US" sz="1600" b="1" dirty="0"/>
              <a:t>backend</a:t>
            </a:r>
            <a:r>
              <a:rPr lang="en-US" sz="1600" dirty="0"/>
              <a:t> is based on </a:t>
            </a:r>
            <a:r>
              <a:rPr lang="en-US" sz="1600" b="1" dirty="0"/>
              <a:t>Spring Boot</a:t>
            </a:r>
            <a:r>
              <a:rPr lang="en-US" sz="1600" dirty="0"/>
              <a:t> and is clearly structured according to the </a:t>
            </a:r>
            <a:r>
              <a:rPr lang="en-US" sz="1600" b="1" dirty="0"/>
              <a:t>layered architecture</a:t>
            </a:r>
            <a:r>
              <a:rPr lang="en-US" sz="1600" dirty="0"/>
              <a:t> principle. The goal is to improve code readability, maintainability, and testability.</a:t>
            </a:r>
            <a:endParaRPr lang="tr-TR" sz="1600" dirty="0"/>
          </a:p>
          <a:p>
            <a:endParaRPr lang="en-US" sz="1600" dirty="0"/>
          </a:p>
          <a:p>
            <a:r>
              <a:rPr lang="en-US" sz="1600" dirty="0"/>
              <a:t>Each layer takes on a specific responsibility within the system and is independent from other layers.</a:t>
            </a:r>
            <a:endParaRPr lang="tr-TR" sz="1600" dirty="0"/>
          </a:p>
          <a:p>
            <a:endParaRPr lang="en-US" sz="1600" dirty="0"/>
          </a:p>
          <a:p>
            <a:r>
              <a:rPr lang="en-US" sz="1600" dirty="0"/>
              <a:t>This structure is built in accordance with the principles of </a:t>
            </a:r>
            <a:r>
              <a:rPr lang="en-US" sz="1600" b="1" dirty="0"/>
              <a:t>Clean Architecture</a:t>
            </a:r>
            <a:r>
              <a:rPr lang="en-US" sz="1600" dirty="0"/>
              <a:t> and </a:t>
            </a:r>
            <a:r>
              <a:rPr lang="en-US" sz="1600" b="1" dirty="0"/>
              <a:t>Separation of Concerns (SoC)</a:t>
            </a:r>
            <a:r>
              <a:rPr lang="en-US" sz="1600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59314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915C2D3-A9B0-B970-0407-9293F8413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9050"/>
          </a:xfrm>
        </p:spPr>
        <p:txBody>
          <a:bodyPr>
            <a:normAutofit/>
          </a:bodyPr>
          <a:lstStyle/>
          <a:p>
            <a:pPr algn="ctr"/>
            <a:br>
              <a:rPr lang="tr-TR" sz="1800" b="1" spc="-10" dirty="0">
                <a:latin typeface="Aptos" panose="020B0004020202020204" pitchFamily="34" charset="0"/>
                <a:cs typeface="Arial"/>
              </a:rPr>
            </a:br>
            <a:r>
              <a:rPr lang="en-US" sz="2000" b="1" dirty="0"/>
              <a:t>Package Structure and Layers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CF3ADD8-7BC3-ED00-0604-252DDBACB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837" y="1319254"/>
            <a:ext cx="9268326" cy="4351338"/>
          </a:xfrm>
        </p:spPr>
        <p:txBody>
          <a:bodyPr>
            <a:normAutofit/>
          </a:bodyPr>
          <a:lstStyle/>
          <a:p>
            <a:r>
              <a:rPr lang="en-US" sz="1600" b="1" dirty="0"/>
              <a:t>1. config/</a:t>
            </a:r>
            <a:br>
              <a:rPr lang="en-US" sz="1600" dirty="0"/>
            </a:br>
            <a:r>
              <a:rPr lang="en-US" sz="1600" dirty="0"/>
              <a:t>General application settings, security and web configurations are stored here.</a:t>
            </a:r>
            <a:br>
              <a:rPr lang="en-US" sz="1600" dirty="0"/>
            </a:br>
            <a:r>
              <a:rPr lang="en-US" sz="1600" dirty="0"/>
              <a:t>Example: </a:t>
            </a:r>
            <a:r>
              <a:rPr lang="en-US" sz="1600" b="1" dirty="0" err="1"/>
              <a:t>SecurityConfig</a:t>
            </a:r>
            <a:r>
              <a:rPr lang="en-US" sz="1600" dirty="0"/>
              <a:t>, </a:t>
            </a:r>
            <a:r>
              <a:rPr lang="en-US" sz="1600" b="1" dirty="0" err="1"/>
              <a:t>AdminInitializer</a:t>
            </a:r>
            <a:endParaRPr lang="tr-TR" sz="1600" b="1" dirty="0"/>
          </a:p>
          <a:p>
            <a:endParaRPr lang="en-US" sz="1600" dirty="0"/>
          </a:p>
          <a:p>
            <a:r>
              <a:rPr lang="en-US" sz="1600" b="1" dirty="0"/>
              <a:t>2. controller/</a:t>
            </a:r>
            <a:br>
              <a:rPr lang="en-US" sz="1600" dirty="0"/>
            </a:br>
            <a:r>
              <a:rPr lang="en-US" sz="1600" dirty="0"/>
              <a:t>REST API endpoints that handle HTTP requests are defined here.</a:t>
            </a:r>
            <a:br>
              <a:rPr lang="en-US" sz="1600" dirty="0"/>
            </a:br>
            <a:r>
              <a:rPr lang="en-US" sz="1600" dirty="0"/>
              <a:t>Each controller communicates only with the relevant service layer.</a:t>
            </a:r>
            <a:br>
              <a:rPr lang="en-US" sz="1600" dirty="0"/>
            </a:br>
            <a:r>
              <a:rPr lang="en-US" sz="1600" dirty="0"/>
              <a:t>Examples:</a:t>
            </a:r>
            <a:br>
              <a:rPr lang="en-US" sz="1600" dirty="0"/>
            </a:br>
            <a:r>
              <a:rPr lang="en-US" sz="1600" dirty="0"/>
              <a:t>  </a:t>
            </a:r>
            <a:r>
              <a:rPr lang="en-US" sz="1600" b="1" dirty="0" err="1"/>
              <a:t>StudentController</a:t>
            </a:r>
            <a:r>
              <a:rPr lang="en-US" sz="1600" dirty="0"/>
              <a:t> → </a:t>
            </a:r>
            <a:r>
              <a:rPr lang="en-US" sz="1600" b="1" dirty="0" err="1"/>
              <a:t>StudentService</a:t>
            </a:r>
            <a:br>
              <a:rPr lang="en-US" sz="1600" dirty="0"/>
            </a:br>
            <a:r>
              <a:rPr lang="en-US" sz="1600" dirty="0"/>
              <a:t>  </a:t>
            </a:r>
            <a:r>
              <a:rPr lang="en-US" sz="1600" b="1" dirty="0" err="1"/>
              <a:t>ResourceController</a:t>
            </a:r>
            <a:r>
              <a:rPr lang="en-US" sz="1600" dirty="0"/>
              <a:t> → </a:t>
            </a:r>
            <a:r>
              <a:rPr lang="en-US" sz="1600" b="1" dirty="0" err="1"/>
              <a:t>ResourceService</a:t>
            </a:r>
            <a:endParaRPr lang="tr-TR" sz="1600" b="1" dirty="0"/>
          </a:p>
          <a:p>
            <a:endParaRPr lang="en-US" sz="1600" dirty="0"/>
          </a:p>
          <a:p>
            <a:r>
              <a:rPr lang="en-US" sz="1600" b="1" dirty="0"/>
              <a:t>3. </a:t>
            </a:r>
            <a:r>
              <a:rPr lang="en-US" sz="1600" b="1" dirty="0" err="1"/>
              <a:t>dto</a:t>
            </a:r>
            <a:r>
              <a:rPr lang="en-US" sz="1600" b="1" dirty="0"/>
              <a:t>/</a:t>
            </a:r>
            <a:br>
              <a:rPr lang="en-US" sz="1600" dirty="0"/>
            </a:br>
            <a:r>
              <a:rPr lang="en-US" sz="1600" dirty="0"/>
              <a:t>Defines requests from the user and responses returned to the </a:t>
            </a:r>
            <a:r>
              <a:rPr lang="en-US" sz="1600" b="1" dirty="0"/>
              <a:t>frontend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Organized in a module-based structure (</a:t>
            </a:r>
            <a:r>
              <a:rPr lang="en-US" sz="1600" b="1" dirty="0"/>
              <a:t>auth</a:t>
            </a:r>
            <a:r>
              <a:rPr lang="en-US" sz="1600" dirty="0"/>
              <a:t>, </a:t>
            </a:r>
            <a:r>
              <a:rPr lang="en-US" sz="1600" b="1" dirty="0"/>
              <a:t>session</a:t>
            </a:r>
            <a:r>
              <a:rPr lang="en-US" sz="1600" dirty="0"/>
              <a:t>, </a:t>
            </a:r>
            <a:r>
              <a:rPr lang="en-US" sz="1600" b="1" dirty="0"/>
              <a:t>resource</a:t>
            </a:r>
            <a:r>
              <a:rPr lang="en-US" sz="1600" dirty="0"/>
              <a:t>, </a:t>
            </a:r>
            <a:r>
              <a:rPr lang="en-US" sz="1600" b="1" dirty="0" err="1"/>
              <a:t>skillAssessment</a:t>
            </a:r>
            <a:r>
              <a:rPr lang="en-US" sz="1600" dirty="0"/>
              <a:t>, etc.)</a:t>
            </a:r>
          </a:p>
          <a:p>
            <a:r>
              <a:rPr lang="en-US" sz="1600" dirty="0"/>
              <a:t>Naming conventions such as </a:t>
            </a:r>
            <a:r>
              <a:rPr lang="en-US" sz="1600" b="1" dirty="0" err="1"/>
              <a:t>Dto</a:t>
            </a:r>
            <a:r>
              <a:rPr lang="en-US" sz="1600" b="1" dirty="0"/>
              <a:t>*Request</a:t>
            </a:r>
            <a:r>
              <a:rPr lang="en-US" sz="1600" dirty="0"/>
              <a:t>, </a:t>
            </a:r>
            <a:r>
              <a:rPr lang="en-US" sz="1600" b="1" dirty="0" err="1"/>
              <a:t>Dto</a:t>
            </a:r>
            <a:r>
              <a:rPr lang="en-US" sz="1600" b="1" dirty="0"/>
              <a:t>*Response</a:t>
            </a:r>
            <a:r>
              <a:rPr lang="en-US" sz="1600" dirty="0"/>
              <a:t>, </a:t>
            </a:r>
            <a:r>
              <a:rPr lang="en-US" sz="1600" b="1" dirty="0" err="1"/>
              <a:t>Dto</a:t>
            </a:r>
            <a:r>
              <a:rPr lang="en-US" sz="1600" b="1" dirty="0"/>
              <a:t>*Wrapper</a:t>
            </a:r>
            <a:r>
              <a:rPr lang="en-US" sz="1600" dirty="0"/>
              <a:t> are used to ensure readability.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31566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48482B2-71F4-EC8D-35F7-B3C3E1B80F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7306" y="551289"/>
            <a:ext cx="9279731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4.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entity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Database model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classes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mapped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via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JPA.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Classes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representing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tables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Session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SkillAssessment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Payment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etc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5.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enums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Constant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values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within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application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kept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here (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e.g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SessionStatus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Role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ResourceType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6.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mapper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Classes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perform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DTO ↔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Entity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transformations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Each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domain has a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dedicated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Mapper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class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transformations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centralized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This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layer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ensures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formatting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privacy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simplification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7.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repository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database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access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layer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working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with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Spring Data JPA.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Each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entity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has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own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repository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interface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Example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SessionRepository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TutorRepository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AttendanceAlertRepository</a:t>
            </a:r>
            <a:endParaRPr kumimoji="0" lang="tr-TR" altLang="tr-T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8. service/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business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logic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application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implemented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here.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Separate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service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classes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written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each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subsystem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service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interface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ServiceImpl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improves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testability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Helper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services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e.g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TutorAssignmentService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FileStorageService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located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package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440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725CDD0-6B91-32EF-1D22-C9E6F3C75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069" y="1057275"/>
            <a:ext cx="4512469" cy="4743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b="1" dirty="0" err="1"/>
              <a:t>Layer</a:t>
            </a:r>
            <a:r>
              <a:rPr lang="tr-TR" sz="2000" b="1" dirty="0"/>
              <a:t> </a:t>
            </a:r>
            <a:r>
              <a:rPr lang="tr-TR" sz="2000" b="1" dirty="0" err="1"/>
              <a:t>Interaction</a:t>
            </a:r>
            <a:r>
              <a:rPr lang="tr-TR" sz="2000" b="1" dirty="0"/>
              <a:t> </a:t>
            </a:r>
            <a:r>
              <a:rPr lang="tr-TR" sz="2000" b="1" dirty="0" err="1"/>
              <a:t>Flow</a:t>
            </a:r>
            <a:endParaRPr lang="tr-TR" sz="2000" b="1" dirty="0"/>
          </a:p>
          <a:p>
            <a:pPr marL="0" indent="0">
              <a:buNone/>
            </a:pPr>
            <a:endParaRPr lang="tr-TR" sz="2000" b="1" dirty="0"/>
          </a:p>
          <a:p>
            <a:pPr marL="0" indent="0">
              <a:buNone/>
            </a:pPr>
            <a:r>
              <a:rPr lang="tr-TR" sz="1800" dirty="0"/>
              <a:t>Controller</a:t>
            </a:r>
            <a:br>
              <a:rPr lang="tr-TR" sz="1800" dirty="0"/>
            </a:br>
            <a:r>
              <a:rPr lang="tr-TR" sz="3600" dirty="0"/>
              <a:t>↓</a:t>
            </a:r>
            <a:br>
              <a:rPr lang="tr-TR" sz="1800" dirty="0"/>
            </a:br>
            <a:r>
              <a:rPr lang="tr-TR" sz="1800" dirty="0"/>
              <a:t>Service (</a:t>
            </a:r>
            <a:r>
              <a:rPr lang="tr-TR" sz="1800" b="1" dirty="0"/>
              <a:t>Business </a:t>
            </a:r>
            <a:r>
              <a:rPr lang="tr-TR" sz="1800" b="1" dirty="0" err="1"/>
              <a:t>Logic</a:t>
            </a:r>
            <a:r>
              <a:rPr lang="tr-TR" sz="1800" dirty="0"/>
              <a:t>)</a:t>
            </a:r>
            <a:br>
              <a:rPr lang="tr-TR" sz="1800" dirty="0"/>
            </a:br>
            <a:r>
              <a:rPr lang="tr-TR" sz="3600" dirty="0"/>
              <a:t>↓</a:t>
            </a:r>
            <a:br>
              <a:rPr lang="tr-TR" sz="1800" dirty="0"/>
            </a:br>
            <a:r>
              <a:rPr lang="tr-TR" sz="1800" dirty="0" err="1"/>
              <a:t>Mapper</a:t>
            </a:r>
            <a:r>
              <a:rPr lang="tr-TR" sz="1800" dirty="0"/>
              <a:t> (</a:t>
            </a:r>
            <a:r>
              <a:rPr lang="tr-TR" sz="1800" b="1" dirty="0"/>
              <a:t>DTO</a:t>
            </a:r>
            <a:r>
              <a:rPr lang="tr-TR" sz="1800" dirty="0"/>
              <a:t> ↔ </a:t>
            </a:r>
            <a:r>
              <a:rPr lang="tr-TR" sz="1800" b="1" dirty="0" err="1"/>
              <a:t>Entity</a:t>
            </a:r>
            <a:r>
              <a:rPr lang="tr-TR" sz="1800" dirty="0"/>
              <a:t>)</a:t>
            </a:r>
            <a:br>
              <a:rPr lang="tr-TR" sz="1800" dirty="0"/>
            </a:br>
            <a:r>
              <a:rPr lang="tr-TR" sz="3600" dirty="0"/>
              <a:t>↓</a:t>
            </a:r>
            <a:br>
              <a:rPr lang="tr-TR" sz="1800" dirty="0"/>
            </a:br>
            <a:r>
              <a:rPr lang="tr-TR" sz="1800" dirty="0" err="1"/>
              <a:t>Repository</a:t>
            </a:r>
            <a:r>
              <a:rPr lang="tr-TR" sz="1800" dirty="0"/>
              <a:t> (</a:t>
            </a:r>
            <a:r>
              <a:rPr lang="tr-TR" sz="1800" b="1" dirty="0"/>
              <a:t>Database Operations</a:t>
            </a:r>
            <a:r>
              <a:rPr lang="tr-TR" sz="1800" dirty="0"/>
              <a:t>)</a:t>
            </a:r>
            <a:br>
              <a:rPr lang="tr-TR" sz="1800" dirty="0"/>
            </a:br>
            <a:r>
              <a:rPr lang="tr-TR" sz="3600" dirty="0"/>
              <a:t>↓</a:t>
            </a:r>
            <a:br>
              <a:rPr lang="tr-TR" sz="1800" dirty="0"/>
            </a:br>
            <a:r>
              <a:rPr lang="tr-TR" sz="1800" dirty="0" err="1"/>
              <a:t>Entity</a:t>
            </a:r>
            <a:r>
              <a:rPr lang="tr-TR" sz="1800" dirty="0"/>
              <a:t> (</a:t>
            </a:r>
            <a:r>
              <a:rPr lang="tr-TR" sz="1800" b="1" dirty="0"/>
              <a:t>Data Model</a:t>
            </a:r>
            <a:r>
              <a:rPr lang="tr-TR" sz="1800" dirty="0"/>
              <a:t>)</a:t>
            </a:r>
          </a:p>
          <a:p>
            <a:endParaRPr lang="tr-TR" dirty="0"/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8C1CE910-F5C9-ED96-7042-C590238ACFC1}"/>
              </a:ext>
            </a:extLst>
          </p:cNvPr>
          <p:cNvSpPr txBox="1">
            <a:spLocks/>
          </p:cNvSpPr>
          <p:nvPr/>
        </p:nvSpPr>
        <p:spPr>
          <a:xfrm>
            <a:off x="5586413" y="1740495"/>
            <a:ext cx="4698207" cy="33770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b="1" dirty="0"/>
              <a:t>Conclusion</a:t>
            </a:r>
            <a:endParaRPr lang="tr-TR" sz="1900" b="1" dirty="0"/>
          </a:p>
          <a:p>
            <a:pPr marL="0" indent="0">
              <a:buNone/>
            </a:pPr>
            <a:endParaRPr lang="en-US" sz="1700" dirty="0"/>
          </a:p>
          <a:p>
            <a:r>
              <a:rPr lang="en-US" sz="1700" dirty="0"/>
              <a:t>Thanks to this </a:t>
            </a:r>
            <a:r>
              <a:rPr lang="en-US" sz="1700" b="1" dirty="0"/>
              <a:t>backend architecture</a:t>
            </a:r>
            <a:r>
              <a:rPr lang="en-US" sz="1700" dirty="0"/>
              <a:t>:</a:t>
            </a:r>
          </a:p>
          <a:p>
            <a:r>
              <a:rPr lang="en-US" sz="1700" dirty="0"/>
              <a:t>Modules can be developed and tested independently.</a:t>
            </a:r>
          </a:p>
          <a:p>
            <a:r>
              <a:rPr lang="en-US" sz="1700" dirty="0"/>
              <a:t>The role-based system structure is clearly separated.</a:t>
            </a:r>
          </a:p>
          <a:p>
            <a:r>
              <a:rPr lang="en-US" sz="1700" dirty="0"/>
              <a:t>Each operation is processed through the </a:t>
            </a:r>
            <a:r>
              <a:rPr lang="en-US" sz="1700" b="1" dirty="0"/>
              <a:t>controller–service–repository</a:t>
            </a:r>
            <a:r>
              <a:rPr lang="en-US" sz="1700" dirty="0"/>
              <a:t> chain, making the code easier to trace.</a:t>
            </a:r>
          </a:p>
          <a:p>
            <a:r>
              <a:rPr lang="en-US" sz="1700" dirty="0"/>
              <a:t>Use of DTOs ensures both secure and simplified data transfer.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87174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EDB8C93-618B-AAFB-FB4F-708F96AAC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6456"/>
          </a:xfrm>
        </p:spPr>
        <p:txBody>
          <a:bodyPr>
            <a:normAutofit/>
          </a:bodyPr>
          <a:lstStyle/>
          <a:p>
            <a:r>
              <a:rPr lang="tr-TR" sz="2400" b="1" dirty="0">
                <a:cs typeface="Arial"/>
              </a:rPr>
              <a:t>3)</a:t>
            </a:r>
            <a:r>
              <a:rPr lang="tr-TR" sz="2400" b="1" spc="125" dirty="0">
                <a:cs typeface="Arial"/>
              </a:rPr>
              <a:t> </a:t>
            </a:r>
            <a:r>
              <a:rPr lang="tr-TR" sz="2400" b="1" dirty="0" err="1">
                <a:cs typeface="Arial"/>
              </a:rPr>
              <a:t>Frontend</a:t>
            </a:r>
            <a:r>
              <a:rPr lang="tr-TR" sz="2400" b="1" spc="-40" dirty="0">
                <a:cs typeface="Arial"/>
              </a:rPr>
              <a:t> </a:t>
            </a:r>
            <a:r>
              <a:rPr lang="tr-TR" sz="2400" b="1" dirty="0">
                <a:cs typeface="Arial"/>
              </a:rPr>
              <a:t>Mimarisi</a:t>
            </a:r>
            <a:r>
              <a:rPr lang="tr-TR" sz="2400" b="1" spc="-25" dirty="0">
                <a:cs typeface="Arial"/>
              </a:rPr>
              <a:t> </a:t>
            </a:r>
            <a:r>
              <a:rPr lang="tr-TR" sz="2400" b="1" spc="-10" dirty="0">
                <a:cs typeface="Arial"/>
              </a:rPr>
              <a:t>(</a:t>
            </a:r>
            <a:r>
              <a:rPr lang="tr-TR" sz="2400" b="1" spc="-10" dirty="0" err="1">
                <a:cs typeface="Arial"/>
              </a:rPr>
              <a:t>React</a:t>
            </a:r>
            <a:r>
              <a:rPr lang="tr-TR" sz="2400" b="1" spc="-10" dirty="0">
                <a:cs typeface="Arial"/>
              </a:rPr>
              <a:t>)</a:t>
            </a:r>
            <a:br>
              <a:rPr lang="tr-TR" sz="2400" dirty="0">
                <a:latin typeface="Arial"/>
                <a:cs typeface="Arial"/>
              </a:rPr>
            </a:br>
            <a:endParaRPr lang="tr-TR" sz="2400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92A81ABE-2577-B8A5-C81B-E33AED13418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72574" y="1035844"/>
            <a:ext cx="4242526" cy="5822156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A8C94BB6-D016-E90A-4F20-2AD5839A64C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5099" y="1035844"/>
            <a:ext cx="4136231" cy="582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91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4D147C1-B088-A300-ED57-B52AB3E3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tr-TR" sz="1800" b="1" spc="-10" dirty="0">
                <a:latin typeface="Aptos" panose="020B0004020202020204" pitchFamily="34" charset="0"/>
                <a:cs typeface="Arial"/>
              </a:rPr>
            </a:br>
            <a:br>
              <a:rPr lang="tr-TR" sz="1800" b="1" spc="-10" dirty="0">
                <a:latin typeface="Aptos" panose="020B0004020202020204" pitchFamily="34" charset="0"/>
                <a:cs typeface="Arial"/>
              </a:rPr>
            </a:br>
            <a:br>
              <a:rPr lang="tr-TR" sz="1800" b="1" spc="-10" dirty="0">
                <a:latin typeface="Aptos" panose="020B0004020202020204" pitchFamily="34" charset="0"/>
                <a:cs typeface="Arial"/>
              </a:rPr>
            </a:br>
            <a:br>
              <a:rPr lang="tr-TR" sz="1800" b="1" spc="-10" dirty="0">
                <a:latin typeface="Aptos" panose="020B0004020202020204" pitchFamily="34" charset="0"/>
                <a:cs typeface="Arial"/>
              </a:rPr>
            </a:br>
            <a:r>
              <a:rPr lang="en-US" sz="2000" b="1" dirty="0"/>
              <a:t>Frontend Architecture Explanation</a:t>
            </a:r>
            <a:br>
              <a:rPr lang="en-US" b="1" dirty="0"/>
            </a:br>
            <a:br>
              <a:rPr lang="tr-TR" b="1" spc="-10" dirty="0">
                <a:latin typeface="Aptos" panose="020B0004020202020204" pitchFamily="34" charset="0"/>
                <a:cs typeface="Arial"/>
              </a:rPr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1F305F5-6E6E-4976-488F-CBC570C45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5988" y="1447006"/>
            <a:ext cx="767953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General Structure</a:t>
            </a:r>
            <a:endParaRPr lang="tr-TR" sz="1600" b="1" dirty="0"/>
          </a:p>
          <a:p>
            <a:pPr marL="0" indent="0">
              <a:buNone/>
            </a:pPr>
            <a:endParaRPr lang="en-US" sz="1600" b="1" dirty="0"/>
          </a:p>
          <a:p>
            <a:r>
              <a:rPr lang="en-US" sz="1600" dirty="0"/>
              <a:t>The frontend of the project is built on </a:t>
            </a:r>
            <a:r>
              <a:rPr lang="en-US" sz="1600" b="1" dirty="0"/>
              <a:t>React.js</a:t>
            </a:r>
            <a:r>
              <a:rPr lang="en-US" sz="1600" dirty="0"/>
              <a:t> and is structured according to </a:t>
            </a:r>
            <a:r>
              <a:rPr lang="en-US" sz="1600" b="1" dirty="0"/>
              <a:t>component-based architectural principles</a:t>
            </a:r>
            <a:r>
              <a:rPr lang="en-US" sz="1600" dirty="0"/>
              <a:t>.</a:t>
            </a:r>
            <a:endParaRPr lang="tr-TR" sz="1600" dirty="0"/>
          </a:p>
          <a:p>
            <a:endParaRPr lang="tr-TR" sz="1600" dirty="0"/>
          </a:p>
          <a:p>
            <a:r>
              <a:rPr lang="en-US" sz="1600" dirty="0"/>
              <a:t>Each user role (student, tutor, admin) has separate pages and component sets defined.</a:t>
            </a:r>
            <a:endParaRPr lang="tr-TR" sz="1600" dirty="0"/>
          </a:p>
          <a:p>
            <a:endParaRPr lang="en-US" sz="1600" dirty="0"/>
          </a:p>
          <a:p>
            <a:r>
              <a:rPr lang="en-US" sz="1600" dirty="0"/>
              <a:t>The project applies </a:t>
            </a:r>
            <a:r>
              <a:rPr lang="en-US" sz="1600" b="1" dirty="0"/>
              <a:t>clean folder structure</a:t>
            </a:r>
            <a:r>
              <a:rPr lang="en-US" sz="1600" dirty="0"/>
              <a:t>, </a:t>
            </a:r>
            <a:r>
              <a:rPr lang="en-US" sz="1600" b="1" dirty="0"/>
              <a:t>role-based separation</a:t>
            </a:r>
            <a:r>
              <a:rPr lang="en-US" sz="1600" dirty="0"/>
              <a:t>, </a:t>
            </a:r>
            <a:r>
              <a:rPr lang="en-US" sz="1600" b="1" dirty="0"/>
              <a:t>service layer</a:t>
            </a:r>
            <a:r>
              <a:rPr lang="en-US" sz="1600" dirty="0"/>
              <a:t>, and </a:t>
            </a:r>
            <a:r>
              <a:rPr lang="en-US" sz="1600" b="1" dirty="0"/>
              <a:t>global state management</a:t>
            </a:r>
            <a:r>
              <a:rPr lang="en-US" sz="1600" dirty="0"/>
              <a:t>, in line with common </a:t>
            </a:r>
            <a:r>
              <a:rPr lang="en-US" sz="1600" b="1" dirty="0"/>
              <a:t>best practices</a:t>
            </a:r>
            <a:r>
              <a:rPr lang="en-US" sz="1600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55632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B7C2007-DE8F-FC1B-B02E-EDD06426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107"/>
            <a:ext cx="10515600" cy="520700"/>
          </a:xfrm>
        </p:spPr>
        <p:txBody>
          <a:bodyPr>
            <a:normAutofit fontScale="90000"/>
          </a:bodyPr>
          <a:lstStyle/>
          <a:p>
            <a:pPr algn="ctr"/>
            <a:br>
              <a:rPr lang="tr-TR" altLang="tr-TR" sz="2000" b="1" dirty="0"/>
            </a:br>
            <a:br>
              <a:rPr lang="tr-TR" altLang="tr-TR" sz="2000" b="1" dirty="0"/>
            </a:br>
            <a:r>
              <a:rPr lang="tr-TR" altLang="tr-TR" sz="2000" b="1" dirty="0"/>
              <a:t>Main </a:t>
            </a:r>
            <a:r>
              <a:rPr lang="tr-TR" altLang="tr-TR" sz="2000" b="1" dirty="0" err="1"/>
              <a:t>Folders</a:t>
            </a:r>
            <a:r>
              <a:rPr lang="tr-TR" altLang="tr-TR" sz="2000" b="1" dirty="0"/>
              <a:t> </a:t>
            </a:r>
            <a:r>
              <a:rPr lang="tr-TR" altLang="tr-TR" sz="2000" b="1" dirty="0" err="1"/>
              <a:t>and</a:t>
            </a:r>
            <a:r>
              <a:rPr lang="tr-TR" altLang="tr-TR" sz="2000" b="1" dirty="0"/>
              <a:t> </a:t>
            </a:r>
            <a:r>
              <a:rPr lang="tr-TR" altLang="tr-TR" sz="2000" b="1" dirty="0" err="1"/>
              <a:t>Their</a:t>
            </a:r>
            <a:r>
              <a:rPr lang="tr-TR" altLang="tr-TR" sz="2000" b="1" dirty="0"/>
              <a:t> </a:t>
            </a:r>
            <a:r>
              <a:rPr lang="tr-TR" altLang="tr-TR" sz="2000" b="1" dirty="0" err="1"/>
              <a:t>Responsibilities</a:t>
            </a:r>
            <a:br>
              <a:rPr lang="tr-TR" altLang="tr-TR" b="1" dirty="0">
                <a:latin typeface="Arial" panose="020B0604020202020204" pitchFamily="34" charset="0"/>
              </a:rPr>
            </a:br>
            <a:endParaRPr lang="tr-TR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342D78E-E175-D0ED-6179-E742F3457B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7281" y="632727"/>
            <a:ext cx="9786937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src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directory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application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App.js is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entry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point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application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index.js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connects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React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application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DOM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components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This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folder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contains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UI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components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divided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into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three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main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groups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None/>
            </a:pP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common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 ○ Components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shared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across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roles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e.g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Alert.jsx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Modal.jsx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None/>
            </a:pP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navbar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 ○ Role-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based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navigation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bars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AdminNavbar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StudentNavbar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TutorNavbar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None/>
            </a:pP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3.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student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 ○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Student-specific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components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  ▪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MiniAvailabilityGrid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Displays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tutor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availabilities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  ▪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ReservationTable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RatingModal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Session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booking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evaluation</a:t>
            </a:r>
            <a:endParaRPr kumimoji="0" lang="tr-TR" altLang="tr-T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None/>
            </a:pP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4.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tutor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 ○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Divided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into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subfolders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based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tutor-specific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functionalities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  ▪ 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profile/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Tutor’s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schedule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expertise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area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spoken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language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editing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  ▪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resource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Components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uploading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managing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tutor’s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resources</a:t>
            </a:r>
            <a:b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  ▪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sessionBooking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Components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grouped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session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reservation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evaluation</a:t>
            </a:r>
            <a:endParaRPr kumimoji="0" lang="tr-TR" altLang="tr-T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72102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DBE46CF-8A03-6E51-2DBE-1BB53C52E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4050"/>
            <a:ext cx="10515600" cy="5746750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300" b="1" dirty="0"/>
              <a:t>pages/</a:t>
            </a:r>
            <a:endParaRPr lang="en-US" sz="2300" dirty="0"/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300" dirty="0"/>
              <a:t>The application’s every </a:t>
            </a:r>
            <a:r>
              <a:rPr lang="en-US" sz="2300" i="1" dirty="0"/>
              <a:t>page is organized</a:t>
            </a:r>
            <a:r>
              <a:rPr lang="en-US" sz="2300" dirty="0"/>
              <a:t> under this folder. It is grouped under 3 main </a:t>
            </a:r>
            <a:r>
              <a:rPr lang="en-US" sz="2300" i="1" dirty="0"/>
              <a:t>roles</a:t>
            </a:r>
            <a:r>
              <a:rPr lang="en-US" sz="2300" dirty="0"/>
              <a:t>: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300" dirty="0"/>
              <a:t>• </a:t>
            </a:r>
            <a:r>
              <a:rPr lang="en-US" sz="2300" b="1" dirty="0"/>
              <a:t>admin/</a:t>
            </a:r>
            <a:r>
              <a:rPr lang="en-US" sz="2300" dirty="0"/>
              <a:t>: </a:t>
            </a:r>
            <a:r>
              <a:rPr lang="en-US" sz="2300" i="1" dirty="0"/>
              <a:t>Admin interface – user management, settings, alert list</a:t>
            </a:r>
            <a:br>
              <a:rPr lang="en-US" sz="2300" dirty="0"/>
            </a:br>
            <a:r>
              <a:rPr lang="en-US" sz="2300" dirty="0"/>
              <a:t>• </a:t>
            </a:r>
            <a:r>
              <a:rPr lang="en-US" sz="2300" b="1" dirty="0"/>
              <a:t>auth/</a:t>
            </a:r>
            <a:r>
              <a:rPr lang="en-US" sz="2300" dirty="0"/>
              <a:t>: </a:t>
            </a:r>
            <a:r>
              <a:rPr lang="en-US" sz="2300" i="1" dirty="0"/>
              <a:t>Login, registration pages</a:t>
            </a:r>
            <a:br>
              <a:rPr lang="en-US" sz="2300" dirty="0"/>
            </a:br>
            <a:r>
              <a:rPr lang="en-US" sz="2300" dirty="0"/>
              <a:t>• </a:t>
            </a:r>
            <a:r>
              <a:rPr lang="en-US" sz="2300" b="1" dirty="0"/>
              <a:t>student/</a:t>
            </a:r>
            <a:r>
              <a:rPr lang="en-US" sz="2300" dirty="0"/>
              <a:t>: </a:t>
            </a:r>
            <a:r>
              <a:rPr lang="en-US" sz="2300" i="1" dirty="0"/>
              <a:t>Student main page, profile, resources, payment, assessment</a:t>
            </a:r>
            <a:br>
              <a:rPr lang="en-US" sz="2300" dirty="0"/>
            </a:br>
            <a:r>
              <a:rPr lang="en-US" sz="2300" dirty="0"/>
              <a:t>• </a:t>
            </a:r>
            <a:r>
              <a:rPr lang="en-US" sz="2300" b="1" dirty="0"/>
              <a:t>tutor/</a:t>
            </a:r>
            <a:r>
              <a:rPr lang="en-US" sz="2300" dirty="0"/>
              <a:t>: </a:t>
            </a:r>
            <a:r>
              <a:rPr lang="en-US" sz="2300" i="1" dirty="0"/>
              <a:t>Tutor main page, assigned students, assessment, resources</a:t>
            </a:r>
            <a:br>
              <a:rPr lang="en-US" sz="2300" dirty="0"/>
            </a:br>
            <a:r>
              <a:rPr lang="en-US" sz="2300" i="1" dirty="0"/>
              <a:t>Each page serves as a container that includes relevant components.</a:t>
            </a:r>
            <a:endParaRPr lang="en-US" sz="2300" dirty="0"/>
          </a:p>
          <a:p>
            <a:pPr marL="0" indent="0">
              <a:lnSpc>
                <a:spcPct val="100000"/>
              </a:lnSpc>
              <a:buNone/>
            </a:pPr>
            <a:endParaRPr lang="en-US" sz="2900" dirty="0">
              <a:latin typeface="Aptos" panose="020B0004020202020204" pitchFamily="34" charset="0"/>
              <a:cs typeface="Tahoma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Font typeface="Symbol"/>
              <a:buChar char=""/>
            </a:pPr>
            <a:endParaRPr lang="en-US" sz="2900" dirty="0">
              <a:latin typeface="Aptos" panose="020B0004020202020204" pitchFamily="34" charset="0"/>
              <a:cs typeface="Tahoma"/>
            </a:endParaRPr>
          </a:p>
          <a:p>
            <a:pPr marL="0" indent="0">
              <a:buNone/>
            </a:pPr>
            <a:r>
              <a:rPr lang="en-US" sz="2300" b="1" dirty="0"/>
              <a:t>services/</a:t>
            </a:r>
            <a:endParaRPr lang="en-US" sz="2300" dirty="0"/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300" dirty="0"/>
              <a:t>Each backend </a:t>
            </a:r>
            <a:r>
              <a:rPr lang="en-US" sz="2300" i="1" dirty="0"/>
              <a:t>module has a separate</a:t>
            </a:r>
            <a:r>
              <a:rPr lang="en-US" sz="2300" dirty="0"/>
              <a:t> *.</a:t>
            </a:r>
            <a:r>
              <a:rPr lang="en-US" sz="2300" dirty="0" err="1"/>
              <a:t>js</a:t>
            </a:r>
            <a:r>
              <a:rPr lang="en-US" sz="2300" dirty="0"/>
              <a:t> </a:t>
            </a:r>
            <a:r>
              <a:rPr lang="en-US" sz="2300" i="1" dirty="0"/>
              <a:t>file corresponding to it.</a:t>
            </a:r>
            <a:r>
              <a:rPr lang="en-US" sz="2300" dirty="0"/>
              <a:t> In this layer, backend </a:t>
            </a:r>
            <a:r>
              <a:rPr lang="en-US" sz="2300" b="1" i="1" dirty="0"/>
              <a:t>APIs are accessed using Axios</a:t>
            </a:r>
            <a:r>
              <a:rPr lang="en-US" sz="2300" i="1" dirty="0"/>
              <a:t>.</a:t>
            </a:r>
            <a:br>
              <a:rPr lang="en-US" sz="2300" dirty="0"/>
            </a:br>
            <a:r>
              <a:rPr lang="en-US" sz="2300" dirty="0"/>
              <a:t>Example:</a:t>
            </a:r>
            <a:br>
              <a:rPr lang="en-US" sz="2300" dirty="0"/>
            </a:br>
            <a:r>
              <a:rPr lang="en-US" sz="2300" dirty="0"/>
              <a:t>• sessionService.js → </a:t>
            </a:r>
            <a:r>
              <a:rPr lang="en-US" sz="2300" i="1" dirty="0"/>
              <a:t>Session CRUD operations</a:t>
            </a:r>
            <a:br>
              <a:rPr lang="en-US" sz="2300" dirty="0"/>
            </a:br>
            <a:r>
              <a:rPr lang="en-US" sz="2300" dirty="0"/>
              <a:t>• resourceService.js → </a:t>
            </a:r>
            <a:r>
              <a:rPr lang="en-US" sz="2300" i="1" dirty="0"/>
              <a:t>Upload/download resources</a:t>
            </a:r>
            <a:br>
              <a:rPr lang="en-US" sz="2300" dirty="0"/>
            </a:br>
            <a:r>
              <a:rPr lang="en-US" sz="2300" dirty="0"/>
              <a:t>• authService.js → </a:t>
            </a:r>
            <a:r>
              <a:rPr lang="en-US" sz="2300" i="1" dirty="0"/>
              <a:t>Login/registration operations</a:t>
            </a:r>
            <a:endParaRPr lang="en-US" sz="2300" dirty="0"/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300" dirty="0"/>
              <a:t>Thanks to this </a:t>
            </a:r>
            <a:r>
              <a:rPr lang="en-US" sz="2300" i="1" dirty="0"/>
              <a:t>structure</a:t>
            </a:r>
            <a:r>
              <a:rPr lang="en-US" sz="2300" dirty="0"/>
              <a:t>, the frontend accesses the backend </a:t>
            </a:r>
            <a:r>
              <a:rPr lang="en-US" sz="2300" i="1" dirty="0"/>
              <a:t>through an abstract service layer, not directly</a:t>
            </a:r>
            <a:r>
              <a:rPr lang="en-US" sz="2300" dirty="0"/>
              <a:t> (</a:t>
            </a:r>
            <a:r>
              <a:rPr lang="en-US" sz="2300" b="1" dirty="0"/>
              <a:t>separation of concerns</a:t>
            </a:r>
            <a:r>
              <a:rPr lang="en-US" sz="2300" dirty="0"/>
              <a:t>).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68287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FD15824-D697-40C7-4189-9E85FACEB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8307" y="442913"/>
            <a:ext cx="8562975" cy="617934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600" b="1" dirty="0"/>
              <a:t>context/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i="1" dirty="0" err="1"/>
              <a:t>AuthContext.jsx</a:t>
            </a:r>
            <a:r>
              <a:rPr lang="en-US" sz="1600" dirty="0"/>
              <a:t> manages user session, role information, and identity data such as </a:t>
            </a:r>
            <a:r>
              <a:rPr lang="en-US" sz="1600" i="1" dirty="0"/>
              <a:t>token</a:t>
            </a:r>
            <a:r>
              <a:rPr lang="en-US" sz="1600" dirty="0"/>
              <a:t> throughout the application.</a:t>
            </a:r>
            <a:br>
              <a:rPr lang="en-US" sz="1600" dirty="0"/>
            </a:br>
            <a:r>
              <a:rPr lang="en-US" sz="1600" dirty="0"/>
              <a:t>• Global </a:t>
            </a:r>
            <a:r>
              <a:rPr lang="en-US" sz="1600" i="1" dirty="0"/>
              <a:t>state</a:t>
            </a:r>
            <a:r>
              <a:rPr lang="en-US" sz="1600" dirty="0"/>
              <a:t> management is enabled through this structure.</a:t>
            </a:r>
            <a:endParaRPr lang="tr-TR" sz="16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600" b="1" dirty="0"/>
              <a:t>layouts/</a:t>
            </a:r>
            <a:br>
              <a:rPr lang="en-US" sz="1600" dirty="0"/>
            </a:br>
            <a:r>
              <a:rPr lang="en-US" sz="1600" dirty="0"/>
              <a:t>• Each user role has dedicated page layouts (</a:t>
            </a:r>
            <a:r>
              <a:rPr lang="en-US" sz="1600" i="1" dirty="0" err="1"/>
              <a:t>AdminLayout</a:t>
            </a:r>
            <a:r>
              <a:rPr lang="en-US" sz="1600" dirty="0"/>
              <a:t>, </a:t>
            </a:r>
            <a:r>
              <a:rPr lang="en-US" sz="1600" i="1" dirty="0" err="1"/>
              <a:t>StudentLayout</a:t>
            </a:r>
            <a:r>
              <a:rPr lang="en-US" sz="1600" dirty="0"/>
              <a:t>, </a:t>
            </a:r>
            <a:r>
              <a:rPr lang="en-US" sz="1600" i="1" dirty="0" err="1"/>
              <a:t>TutorLayout</a:t>
            </a:r>
            <a:r>
              <a:rPr lang="en-US" sz="1600" dirty="0"/>
              <a:t>)</a:t>
            </a:r>
            <a:br>
              <a:rPr lang="en-US" sz="1600" dirty="0"/>
            </a:br>
            <a:r>
              <a:rPr lang="en-US" sz="1600" dirty="0"/>
              <a:t>• Common styles, top menus, and the overall page structure are maintained with these </a:t>
            </a:r>
            <a:r>
              <a:rPr lang="en-US" sz="1600" i="1" dirty="0"/>
              <a:t>layouts</a:t>
            </a:r>
            <a:r>
              <a:rPr lang="en-US" sz="1600" dirty="0"/>
              <a:t>.</a:t>
            </a:r>
            <a:endParaRPr lang="tr-TR" sz="16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600" b="1" dirty="0"/>
              <a:t>routes/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i="1" dirty="0" err="1"/>
              <a:t>AppRouter.jsx</a:t>
            </a:r>
            <a:r>
              <a:rPr lang="en-US" sz="1600" dirty="0"/>
              <a:t> controls all page routing.</a:t>
            </a:r>
            <a:br>
              <a:rPr lang="en-US" sz="1600" dirty="0"/>
            </a:br>
            <a:r>
              <a:rPr lang="en-US" sz="1600" dirty="0"/>
              <a:t>• Using </a:t>
            </a:r>
            <a:r>
              <a:rPr lang="en-US" sz="1600" i="1" dirty="0"/>
              <a:t>React Router</a:t>
            </a:r>
            <a:r>
              <a:rPr lang="en-US" sz="1600" dirty="0"/>
              <a:t>, path definitions for all roles are centrally managed here.</a:t>
            </a:r>
            <a:endParaRPr lang="tr-TR" sz="16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600" b="1" dirty="0"/>
              <a:t>utils/</a:t>
            </a:r>
            <a:br>
              <a:rPr lang="en-US" sz="1600" dirty="0"/>
            </a:br>
            <a:r>
              <a:rPr lang="en-US" sz="1600" dirty="0"/>
              <a:t>• Includes helper files:</a:t>
            </a:r>
            <a:br>
              <a:rPr lang="en-US" sz="1600" dirty="0"/>
            </a:br>
            <a:r>
              <a:rPr lang="en-US" sz="1600" dirty="0"/>
              <a:t> ○ </a:t>
            </a:r>
            <a:r>
              <a:rPr lang="en-US" sz="1600" b="1" dirty="0"/>
              <a:t>axiosConfig.js</a:t>
            </a:r>
            <a:r>
              <a:rPr lang="en-US" sz="1600" dirty="0"/>
              <a:t>: API configuration</a:t>
            </a:r>
            <a:br>
              <a:rPr lang="en-US" sz="1600" dirty="0"/>
            </a:br>
            <a:r>
              <a:rPr lang="en-US" sz="1600" dirty="0"/>
              <a:t> ○ </a:t>
            </a:r>
            <a:r>
              <a:rPr lang="en-US" sz="1600" b="1" dirty="0"/>
              <a:t>roleUtils.js</a:t>
            </a:r>
            <a:r>
              <a:rPr lang="en-US" sz="1600" dirty="0"/>
              <a:t>: Role-based redirection</a:t>
            </a:r>
            <a:br>
              <a:rPr lang="en-US" sz="1600" dirty="0"/>
            </a:br>
            <a:r>
              <a:rPr lang="en-US" sz="1600" dirty="0"/>
              <a:t> ○ </a:t>
            </a:r>
            <a:r>
              <a:rPr lang="en-US" sz="1600" b="1" dirty="0"/>
              <a:t>validate.js</a:t>
            </a:r>
            <a:r>
              <a:rPr lang="en-US" sz="1600" dirty="0"/>
              <a:t>: Form validation operations</a:t>
            </a:r>
          </a:p>
          <a:p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3159218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E87CB8B-4802-1A4B-110B-DC7C2F928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1150" y="303609"/>
            <a:ext cx="8541544" cy="6250782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dirty="0"/>
              <a:t>Inter-Layer Communication Flow</a:t>
            </a:r>
            <a:endParaRPr lang="tr-TR" sz="49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960"/>
              </a:spcBef>
              <a:buNone/>
            </a:pPr>
            <a:r>
              <a:rPr lang="tr-TR" sz="6400" dirty="0" err="1">
                <a:latin typeface="Tahoma"/>
                <a:cs typeface="Tahoma"/>
              </a:rPr>
              <a:t>Page</a:t>
            </a:r>
            <a:r>
              <a:rPr lang="tr-TR" sz="6400" spc="90" dirty="0">
                <a:latin typeface="Tahoma"/>
                <a:cs typeface="Tahoma"/>
              </a:rPr>
              <a:t> </a:t>
            </a:r>
            <a:r>
              <a:rPr lang="tr-TR" sz="6400" spc="-10" dirty="0">
                <a:latin typeface="Tahoma"/>
                <a:cs typeface="Tahoma"/>
              </a:rPr>
              <a:t>(</a:t>
            </a:r>
            <a:r>
              <a:rPr lang="tr-TR" sz="6400" spc="-10" dirty="0" err="1">
                <a:latin typeface="Tahoma"/>
                <a:cs typeface="Tahoma"/>
              </a:rPr>
              <a:t>pages</a:t>
            </a:r>
            <a:r>
              <a:rPr lang="tr-TR" sz="6400" spc="-10" dirty="0">
                <a:latin typeface="Tahoma"/>
                <a:cs typeface="Tahoma"/>
              </a:rPr>
              <a:t>/*)</a:t>
            </a:r>
            <a:endParaRPr lang="tr-TR" sz="64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950"/>
              </a:spcBef>
              <a:buNone/>
            </a:pPr>
            <a:r>
              <a:rPr lang="tr-TR" sz="6400" spc="-50" dirty="0">
                <a:latin typeface="Tahoma"/>
                <a:cs typeface="Tahoma"/>
              </a:rPr>
              <a:t>↓</a:t>
            </a:r>
            <a:endParaRPr lang="tr-TR" sz="64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950"/>
              </a:spcBef>
              <a:buNone/>
            </a:pPr>
            <a:r>
              <a:rPr lang="tr-TR" sz="6400" dirty="0">
                <a:latin typeface="Tahoma"/>
                <a:cs typeface="Tahoma"/>
              </a:rPr>
              <a:t>Component</a:t>
            </a:r>
            <a:r>
              <a:rPr lang="tr-TR" sz="6400" spc="125" dirty="0">
                <a:latin typeface="Tahoma"/>
                <a:cs typeface="Tahoma"/>
              </a:rPr>
              <a:t> </a:t>
            </a:r>
            <a:r>
              <a:rPr lang="tr-TR" sz="6400" spc="-10" dirty="0">
                <a:latin typeface="Tahoma"/>
                <a:cs typeface="Tahoma"/>
              </a:rPr>
              <a:t>(</a:t>
            </a:r>
            <a:r>
              <a:rPr lang="tr-TR" sz="6400" spc="-10" dirty="0" err="1">
                <a:latin typeface="Tahoma"/>
                <a:cs typeface="Tahoma"/>
              </a:rPr>
              <a:t>components</a:t>
            </a:r>
            <a:r>
              <a:rPr lang="tr-TR" sz="6400" spc="-10" dirty="0">
                <a:latin typeface="Tahoma"/>
                <a:cs typeface="Tahoma"/>
              </a:rPr>
              <a:t>/*)</a:t>
            </a:r>
            <a:endParaRPr lang="tr-TR" sz="64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935"/>
              </a:spcBef>
              <a:buNone/>
            </a:pPr>
            <a:r>
              <a:rPr lang="tr-TR" sz="6400" spc="-50" dirty="0">
                <a:latin typeface="Tahoma"/>
                <a:cs typeface="Tahoma"/>
              </a:rPr>
              <a:t>↓</a:t>
            </a:r>
            <a:endParaRPr lang="tr-TR" sz="64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950"/>
              </a:spcBef>
              <a:buNone/>
            </a:pPr>
            <a:r>
              <a:rPr lang="tr-TR" sz="6400" dirty="0">
                <a:latin typeface="Tahoma"/>
                <a:cs typeface="Tahoma"/>
              </a:rPr>
              <a:t>Service</a:t>
            </a:r>
            <a:r>
              <a:rPr lang="tr-TR" sz="6400" spc="120" dirty="0">
                <a:latin typeface="Tahoma"/>
                <a:cs typeface="Tahoma"/>
              </a:rPr>
              <a:t> </a:t>
            </a:r>
            <a:r>
              <a:rPr lang="tr-TR" sz="6400" spc="-10" dirty="0">
                <a:latin typeface="Tahoma"/>
                <a:cs typeface="Tahoma"/>
              </a:rPr>
              <a:t>(</a:t>
            </a:r>
            <a:r>
              <a:rPr lang="tr-TR" sz="6400" spc="-10" dirty="0" err="1">
                <a:latin typeface="Tahoma"/>
                <a:cs typeface="Tahoma"/>
              </a:rPr>
              <a:t>services</a:t>
            </a:r>
            <a:r>
              <a:rPr lang="tr-TR" sz="6400" spc="-10" dirty="0">
                <a:latin typeface="Tahoma"/>
                <a:cs typeface="Tahoma"/>
              </a:rPr>
              <a:t>/*.</a:t>
            </a:r>
            <a:r>
              <a:rPr lang="tr-TR" sz="6400" spc="-10" dirty="0" err="1">
                <a:latin typeface="Tahoma"/>
                <a:cs typeface="Tahoma"/>
              </a:rPr>
              <a:t>js</a:t>
            </a:r>
            <a:r>
              <a:rPr lang="tr-TR" sz="6400" spc="-10" dirty="0">
                <a:latin typeface="Tahoma"/>
                <a:cs typeface="Tahoma"/>
              </a:rPr>
              <a:t>)</a:t>
            </a:r>
            <a:endParaRPr lang="tr-TR" sz="64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944"/>
              </a:spcBef>
              <a:buNone/>
            </a:pPr>
            <a:r>
              <a:rPr lang="tr-TR" sz="6400" spc="-50" dirty="0">
                <a:latin typeface="Tahoma"/>
                <a:cs typeface="Tahoma"/>
              </a:rPr>
              <a:t>↓</a:t>
            </a:r>
            <a:endParaRPr lang="tr-TR" sz="64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950"/>
              </a:spcBef>
              <a:buNone/>
            </a:pPr>
            <a:r>
              <a:rPr lang="tr-TR" sz="6400" spc="90" dirty="0">
                <a:latin typeface="Tahoma"/>
                <a:cs typeface="Tahoma"/>
              </a:rPr>
              <a:t>REST</a:t>
            </a:r>
            <a:r>
              <a:rPr lang="tr-TR" sz="6400" spc="-110" dirty="0">
                <a:latin typeface="Tahoma"/>
                <a:cs typeface="Tahoma"/>
              </a:rPr>
              <a:t> </a:t>
            </a:r>
            <a:r>
              <a:rPr lang="tr-TR" sz="6400" spc="-25" dirty="0">
                <a:latin typeface="Tahoma"/>
                <a:cs typeface="Tahoma"/>
              </a:rPr>
              <a:t>API</a:t>
            </a:r>
            <a:endParaRPr lang="tr-TR" sz="64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935"/>
              </a:spcBef>
              <a:buNone/>
            </a:pPr>
            <a:r>
              <a:rPr lang="tr-TR" sz="6400" spc="-50" dirty="0">
                <a:latin typeface="Tahoma"/>
                <a:cs typeface="Tahoma"/>
              </a:rPr>
              <a:t>↓</a:t>
            </a:r>
            <a:endParaRPr lang="tr-TR" sz="64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950"/>
              </a:spcBef>
              <a:buNone/>
            </a:pPr>
            <a:r>
              <a:rPr lang="tr-TR" sz="6400" dirty="0" err="1">
                <a:latin typeface="Tahoma"/>
                <a:cs typeface="Tahoma"/>
              </a:rPr>
              <a:t>Backend</a:t>
            </a:r>
            <a:r>
              <a:rPr lang="tr-TR" sz="6400" spc="20" dirty="0">
                <a:latin typeface="Tahoma"/>
                <a:cs typeface="Tahoma"/>
              </a:rPr>
              <a:t> </a:t>
            </a:r>
            <a:r>
              <a:rPr lang="tr-TR" sz="6400" spc="-10" dirty="0">
                <a:latin typeface="Tahoma"/>
                <a:cs typeface="Tahoma"/>
              </a:rPr>
              <a:t>(Controller</a:t>
            </a:r>
            <a:r>
              <a:rPr lang="tr-TR" sz="6400" spc="30" dirty="0">
                <a:latin typeface="Tahoma"/>
                <a:cs typeface="Tahoma"/>
              </a:rPr>
              <a:t> </a:t>
            </a:r>
            <a:r>
              <a:rPr lang="tr-TR" sz="6400" dirty="0">
                <a:latin typeface="Tahoma"/>
                <a:cs typeface="Tahoma"/>
              </a:rPr>
              <a:t>→</a:t>
            </a:r>
            <a:r>
              <a:rPr lang="tr-TR" sz="6400" spc="45" dirty="0">
                <a:latin typeface="Tahoma"/>
                <a:cs typeface="Tahoma"/>
              </a:rPr>
              <a:t> </a:t>
            </a:r>
            <a:r>
              <a:rPr lang="tr-TR" sz="6400" dirty="0">
                <a:latin typeface="Tahoma"/>
                <a:cs typeface="Tahoma"/>
              </a:rPr>
              <a:t>Service</a:t>
            </a:r>
            <a:r>
              <a:rPr lang="tr-TR" sz="6400" spc="40" dirty="0">
                <a:latin typeface="Tahoma"/>
                <a:cs typeface="Tahoma"/>
              </a:rPr>
              <a:t> </a:t>
            </a:r>
            <a:r>
              <a:rPr lang="tr-TR" sz="6400" dirty="0">
                <a:latin typeface="Tahoma"/>
                <a:cs typeface="Tahoma"/>
              </a:rPr>
              <a:t>→</a:t>
            </a:r>
            <a:r>
              <a:rPr lang="tr-TR" sz="6400" spc="40" dirty="0">
                <a:latin typeface="Tahoma"/>
                <a:cs typeface="Tahoma"/>
              </a:rPr>
              <a:t> </a:t>
            </a:r>
            <a:r>
              <a:rPr lang="tr-TR" sz="6400" spc="-10" dirty="0" err="1">
                <a:latin typeface="Tahoma"/>
                <a:cs typeface="Tahoma"/>
              </a:rPr>
              <a:t>Repository</a:t>
            </a:r>
            <a:r>
              <a:rPr lang="tr-TR" sz="6400" spc="-10" dirty="0">
                <a:latin typeface="Tahoma"/>
                <a:cs typeface="Tahoma"/>
              </a:rPr>
              <a:t>)</a:t>
            </a:r>
            <a:endParaRPr lang="tr-TR" sz="6400" dirty="0">
              <a:latin typeface="Tahoma"/>
              <a:cs typeface="Tahoma"/>
            </a:endParaRPr>
          </a:p>
          <a:p>
            <a:pPr marL="0" indent="0">
              <a:buNone/>
            </a:pPr>
            <a:endParaRPr lang="tr-TR" sz="6600" dirty="0"/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6600" dirty="0"/>
              <a:t>This structure ensures the </a:t>
            </a:r>
            <a:r>
              <a:rPr lang="en-US" sz="6600" i="1" dirty="0"/>
              <a:t>frontend</a:t>
            </a:r>
            <a:r>
              <a:rPr lang="en-US" sz="6600" dirty="0"/>
              <a:t> is abstracted from the </a:t>
            </a:r>
            <a:r>
              <a:rPr lang="en-US" sz="6600" i="1" dirty="0"/>
              <a:t>backend</a:t>
            </a:r>
            <a:r>
              <a:rPr lang="en-US" sz="6600" dirty="0"/>
              <a:t>, enhancing component reusability and system sustainability.</a:t>
            </a:r>
            <a:endParaRPr lang="tr-TR" sz="6400" dirty="0">
              <a:latin typeface="Tahoma"/>
              <a:cs typeface="Tahoma"/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6600" b="1" dirty="0"/>
              <a:t>Conclusion </a:t>
            </a:r>
            <a:endParaRPr lang="tr-TR" sz="6600" b="1" dirty="0"/>
          </a:p>
          <a:p>
            <a:pPr marL="457200" lvl="1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6200" dirty="0"/>
              <a:t>• The project offers a sustainable </a:t>
            </a:r>
            <a:r>
              <a:rPr lang="en-US" sz="6200" i="1" dirty="0"/>
              <a:t>frontend</a:t>
            </a:r>
            <a:r>
              <a:rPr lang="en-US" sz="6200" dirty="0"/>
              <a:t> architecture with a component-based and modular structure.</a:t>
            </a:r>
            <a:br>
              <a:rPr lang="en-US" sz="6200" dirty="0"/>
            </a:br>
            <a:r>
              <a:rPr lang="en-US" sz="6200" dirty="0"/>
              <a:t>• Role-based separation is optimized for security and user experience.</a:t>
            </a:r>
            <a:br>
              <a:rPr lang="en-US" sz="6200" dirty="0"/>
            </a:br>
            <a:r>
              <a:rPr lang="en-US" sz="6200" dirty="0"/>
              <a:t>• Centralized session management is provided through the </a:t>
            </a:r>
            <a:r>
              <a:rPr lang="en-US" sz="6200" i="1" dirty="0"/>
              <a:t>Axios</a:t>
            </a:r>
            <a:r>
              <a:rPr lang="en-US" sz="6200" dirty="0"/>
              <a:t> service layer and </a:t>
            </a:r>
            <a:r>
              <a:rPr lang="en-US" sz="6200" i="1" dirty="0" err="1"/>
              <a:t>AuthContext</a:t>
            </a:r>
            <a:r>
              <a:rPr lang="en-US" sz="6200" dirty="0"/>
              <a:t>.</a:t>
            </a:r>
            <a:br>
              <a:rPr lang="en-US" sz="6200" dirty="0"/>
            </a:br>
            <a:r>
              <a:rPr lang="en-US" sz="6200" dirty="0"/>
              <a:t>• </a:t>
            </a:r>
            <a:r>
              <a:rPr lang="en-US" sz="6200" i="1" dirty="0"/>
              <a:t>UI consistency</a:t>
            </a:r>
            <a:r>
              <a:rPr lang="en-US" sz="6200" dirty="0"/>
              <a:t> is maintained thanks to the </a:t>
            </a:r>
            <a:r>
              <a:rPr lang="en-US" sz="6200" i="1" dirty="0"/>
              <a:t>layout</a:t>
            </a:r>
            <a:r>
              <a:rPr lang="en-US" sz="6200" dirty="0"/>
              <a:t> structures.</a:t>
            </a:r>
          </a:p>
          <a:p>
            <a:pPr marL="241300" indent="0">
              <a:lnSpc>
                <a:spcPct val="100000"/>
              </a:lnSpc>
              <a:spcBef>
                <a:spcPts val="950"/>
              </a:spcBef>
              <a:buSzPct val="90909"/>
              <a:buNone/>
              <a:tabLst>
                <a:tab pos="469265" algn="l"/>
              </a:tabLst>
            </a:pPr>
            <a:endParaRPr lang="tr-TR" sz="6400" dirty="0">
              <a:latin typeface="Tahoma"/>
              <a:cs typeface="Tahoma"/>
            </a:endParaRP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9348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F1F4CA1-FDB1-2D33-1DBC-F6B7604A9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1" y="228601"/>
            <a:ext cx="529389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4)</a:t>
            </a:r>
            <a:r>
              <a:rPr lang="en-US" sz="2400" b="1" kern="1200" spc="114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</a:t>
            </a:r>
            <a:r>
              <a:rPr lang="en-US" sz="2400" b="1" kern="1200" spc="-2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(PostreSQL)</a:t>
            </a:r>
            <a:r>
              <a:rPr lang="en-US" sz="2400" b="1" kern="1200" spc="-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tr-TR" sz="2400" b="1" kern="1200" spc="-1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Structure</a:t>
            </a:r>
            <a:b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3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F460BD19-A5F5-3917-2E9C-13402C5B3C69}"/>
              </a:ext>
            </a:extLst>
          </p:cNvPr>
          <p:cNvSpPr txBox="1"/>
          <p:nvPr/>
        </p:nvSpPr>
        <p:spPr>
          <a:xfrm>
            <a:off x="599569" y="1834228"/>
            <a:ext cx="3553412" cy="4795171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/>
          <a:p>
            <a:pPr marL="12700" indent="-228600">
              <a:lnSpc>
                <a:spcPct val="11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tr-TR" sz="2800" b="1" spc="-10" dirty="0"/>
              <a:t>Database </a:t>
            </a:r>
            <a:r>
              <a:rPr lang="tr-TR" sz="2800" b="1" spc="-10" dirty="0" err="1"/>
              <a:t>Table</a:t>
            </a:r>
            <a:r>
              <a:rPr lang="tr-TR" sz="2800" b="1" spc="-10" dirty="0"/>
              <a:t> </a:t>
            </a:r>
            <a:r>
              <a:rPr lang="tr-TR" sz="2800" b="1" spc="-10" dirty="0" err="1"/>
              <a:t>Lists</a:t>
            </a:r>
            <a:endParaRPr lang="en-US" sz="2800" dirty="0"/>
          </a:p>
          <a:p>
            <a:pPr marL="471170" indent="-228600">
              <a:lnSpc>
                <a:spcPct val="110000"/>
              </a:lnSpc>
              <a:spcBef>
                <a:spcPts val="955"/>
              </a:spcBef>
              <a:buFont typeface="Arial" panose="020B0604020202020204" pitchFamily="34" charset="0"/>
              <a:buChar char="•"/>
              <a:tabLst>
                <a:tab pos="471170" algn="l"/>
              </a:tabLst>
            </a:pPr>
            <a:r>
              <a:rPr lang="en-US" sz="2800" spc="-20" dirty="0"/>
              <a:t>user</a:t>
            </a:r>
            <a:endParaRPr lang="en-US" sz="2800" dirty="0"/>
          </a:p>
          <a:p>
            <a:pPr marL="471170" indent="-228600">
              <a:lnSpc>
                <a:spcPct val="110000"/>
              </a:lnSpc>
              <a:spcBef>
                <a:spcPts val="950"/>
              </a:spcBef>
              <a:buFont typeface="Arial" panose="020B0604020202020204" pitchFamily="34" charset="0"/>
              <a:buChar char="•"/>
              <a:tabLst>
                <a:tab pos="471170" algn="l"/>
              </a:tabLst>
            </a:pPr>
            <a:r>
              <a:rPr lang="en-US" sz="2800" spc="-10" dirty="0"/>
              <a:t>student</a:t>
            </a:r>
            <a:endParaRPr lang="en-US" sz="2800" dirty="0"/>
          </a:p>
          <a:p>
            <a:pPr marL="471170" indent="-228600">
              <a:lnSpc>
                <a:spcPct val="110000"/>
              </a:lnSpc>
              <a:spcBef>
                <a:spcPts val="935"/>
              </a:spcBef>
              <a:buFont typeface="Arial" panose="020B0604020202020204" pitchFamily="34" charset="0"/>
              <a:buChar char="•"/>
              <a:tabLst>
                <a:tab pos="471170" algn="l"/>
              </a:tabLst>
            </a:pPr>
            <a:r>
              <a:rPr lang="en-US" sz="2800" spc="-10" dirty="0"/>
              <a:t>tutor</a:t>
            </a:r>
            <a:endParaRPr lang="en-US" sz="2800" dirty="0"/>
          </a:p>
          <a:p>
            <a:pPr marL="471170" indent="-228600">
              <a:lnSpc>
                <a:spcPct val="110000"/>
              </a:lnSpc>
              <a:spcBef>
                <a:spcPts val="950"/>
              </a:spcBef>
              <a:buFont typeface="Arial" panose="020B0604020202020204" pitchFamily="34" charset="0"/>
              <a:buChar char="•"/>
              <a:tabLst>
                <a:tab pos="471170" algn="l"/>
              </a:tabLst>
            </a:pPr>
            <a:r>
              <a:rPr lang="en-US" sz="2800" spc="-10" dirty="0"/>
              <a:t>session</a:t>
            </a:r>
            <a:endParaRPr lang="en-US" sz="2800" dirty="0"/>
          </a:p>
          <a:p>
            <a:pPr marL="471170" indent="-228600">
              <a:lnSpc>
                <a:spcPct val="110000"/>
              </a:lnSpc>
              <a:spcBef>
                <a:spcPts val="950"/>
              </a:spcBef>
              <a:buFont typeface="Arial" panose="020B0604020202020204" pitchFamily="34" charset="0"/>
              <a:buChar char="•"/>
              <a:tabLst>
                <a:tab pos="471170" algn="l"/>
              </a:tabLst>
            </a:pPr>
            <a:r>
              <a:rPr lang="en-US" sz="2800" spc="-10" dirty="0" err="1"/>
              <a:t>session_reservation</a:t>
            </a:r>
            <a:endParaRPr lang="en-US" sz="2800" dirty="0"/>
          </a:p>
          <a:p>
            <a:pPr marL="471170" indent="-228600">
              <a:lnSpc>
                <a:spcPct val="110000"/>
              </a:lnSpc>
              <a:spcBef>
                <a:spcPts val="950"/>
              </a:spcBef>
              <a:buFont typeface="Arial" panose="020B0604020202020204" pitchFamily="34" charset="0"/>
              <a:buChar char="•"/>
              <a:tabLst>
                <a:tab pos="471170" algn="l"/>
              </a:tabLst>
            </a:pPr>
            <a:r>
              <a:rPr lang="en-US" sz="2800" spc="-10" dirty="0"/>
              <a:t>payment</a:t>
            </a:r>
            <a:endParaRPr lang="en-US" sz="2800" dirty="0"/>
          </a:p>
          <a:p>
            <a:pPr marL="471170" indent="-228600">
              <a:lnSpc>
                <a:spcPct val="110000"/>
              </a:lnSpc>
              <a:spcBef>
                <a:spcPts val="935"/>
              </a:spcBef>
              <a:buFont typeface="Arial" panose="020B0604020202020204" pitchFamily="34" charset="0"/>
              <a:buChar char="•"/>
              <a:tabLst>
                <a:tab pos="471170" algn="l"/>
              </a:tabLst>
            </a:pPr>
            <a:r>
              <a:rPr lang="en-US" sz="2800" spc="-10" dirty="0"/>
              <a:t>resource</a:t>
            </a:r>
            <a:endParaRPr lang="en-US" sz="2800" dirty="0"/>
          </a:p>
          <a:p>
            <a:pPr marL="471170" indent="-228600">
              <a:lnSpc>
                <a:spcPct val="110000"/>
              </a:lnSpc>
              <a:spcBef>
                <a:spcPts val="944"/>
              </a:spcBef>
              <a:buFont typeface="Arial" panose="020B0604020202020204" pitchFamily="34" charset="0"/>
              <a:buChar char="•"/>
              <a:tabLst>
                <a:tab pos="471170" algn="l"/>
              </a:tabLst>
            </a:pPr>
            <a:r>
              <a:rPr lang="en-US" sz="2800" spc="-10" dirty="0" err="1"/>
              <a:t>skill_assessment</a:t>
            </a:r>
            <a:endParaRPr lang="en-US" sz="2800" dirty="0"/>
          </a:p>
          <a:p>
            <a:pPr marL="471170" indent="-228600">
              <a:lnSpc>
                <a:spcPct val="110000"/>
              </a:lnSpc>
              <a:spcBef>
                <a:spcPts val="950"/>
              </a:spcBef>
              <a:buFont typeface="Arial" panose="020B0604020202020204" pitchFamily="34" charset="0"/>
              <a:buChar char="•"/>
              <a:tabLst>
                <a:tab pos="471170" algn="l"/>
              </a:tabLst>
            </a:pPr>
            <a:r>
              <a:rPr lang="en-US" sz="2800" spc="-10" dirty="0" err="1"/>
              <a:t>attendance_alert</a:t>
            </a:r>
            <a:endParaRPr lang="tr-TR" sz="2800" spc="-10" dirty="0"/>
          </a:p>
          <a:p>
            <a:pPr marL="471170" indent="-228600">
              <a:lnSpc>
                <a:spcPct val="110000"/>
              </a:lnSpc>
              <a:spcBef>
                <a:spcPts val="950"/>
              </a:spcBef>
              <a:buFont typeface="Arial" panose="020B0604020202020204" pitchFamily="34" charset="0"/>
              <a:buChar char="•"/>
              <a:tabLst>
                <a:tab pos="471170" algn="l"/>
              </a:tabLst>
            </a:pPr>
            <a:endParaRPr lang="tr-TR" sz="2800" spc="-10" dirty="0"/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lang="en-US" sz="2800" b="1" dirty="0">
                <a:latin typeface="Aptos" panose="020B0004020202020204" pitchFamily="34" charset="0"/>
                <a:cs typeface="Arial"/>
              </a:rPr>
              <a:t>Also embedded table structures created with @ElementCollection:</a:t>
            </a:r>
            <a:endParaRPr lang="tr-TR" sz="2800" dirty="0">
              <a:latin typeface="Aptos" panose="020B0004020202020204" pitchFamily="34" charset="0"/>
              <a:cs typeface="Arial"/>
            </a:endParaRPr>
          </a:p>
          <a:p>
            <a:pPr marL="468630" indent="-227329">
              <a:lnSpc>
                <a:spcPct val="100000"/>
              </a:lnSpc>
              <a:spcBef>
                <a:spcPts val="950"/>
              </a:spcBef>
              <a:buAutoNum type="arabicPeriod" startAt="10"/>
              <a:tabLst>
                <a:tab pos="468630" algn="l"/>
              </a:tabLst>
            </a:pPr>
            <a:r>
              <a:rPr lang="tr-TR" sz="2800" spc="-10" dirty="0" err="1">
                <a:latin typeface="Aptos" panose="020B0004020202020204" pitchFamily="34" charset="0"/>
                <a:cs typeface="Tahoma"/>
              </a:rPr>
              <a:t>tutor_availability</a:t>
            </a:r>
            <a:endParaRPr lang="tr-TR" sz="2800" spc="-10" dirty="0">
              <a:latin typeface="Aptos" panose="020B0004020202020204" pitchFamily="34" charset="0"/>
              <a:cs typeface="Tahoma"/>
            </a:endParaRPr>
          </a:p>
          <a:p>
            <a:pPr marL="468630" indent="-227329">
              <a:lnSpc>
                <a:spcPct val="100000"/>
              </a:lnSpc>
              <a:spcBef>
                <a:spcPts val="950"/>
              </a:spcBef>
              <a:buAutoNum type="arabicPeriod" startAt="10"/>
              <a:tabLst>
                <a:tab pos="468630" algn="l"/>
              </a:tabLst>
            </a:pPr>
            <a:r>
              <a:rPr lang="tr-TR" sz="2800" spc="-10" dirty="0" err="1">
                <a:latin typeface="Aptos" panose="020B0004020202020204" pitchFamily="34" charset="0"/>
                <a:cs typeface="Tahoma"/>
              </a:rPr>
              <a:t>tutor_language</a:t>
            </a:r>
            <a:endParaRPr lang="tr-TR" sz="2800" spc="-10" dirty="0">
              <a:latin typeface="Aptos" panose="020B0004020202020204" pitchFamily="34" charset="0"/>
              <a:cs typeface="Tahoma"/>
            </a:endParaRPr>
          </a:p>
          <a:p>
            <a:pPr marL="468630" indent="-227329">
              <a:lnSpc>
                <a:spcPct val="100000"/>
              </a:lnSpc>
              <a:spcBef>
                <a:spcPts val="950"/>
              </a:spcBef>
              <a:buAutoNum type="arabicPeriod" startAt="10"/>
              <a:tabLst>
                <a:tab pos="468630" algn="l"/>
              </a:tabLst>
            </a:pPr>
            <a:r>
              <a:rPr lang="tr-TR" sz="2800" spc="-10" dirty="0" err="1">
                <a:latin typeface="Aptos" panose="020B0004020202020204" pitchFamily="34" charset="0"/>
                <a:cs typeface="Tahoma"/>
              </a:rPr>
              <a:t>tutor_expertise_topics</a:t>
            </a:r>
            <a:endParaRPr lang="tr-TR" sz="2800" spc="-10" dirty="0">
              <a:latin typeface="Aptos" panose="020B0004020202020204" pitchFamily="34" charset="0"/>
              <a:cs typeface="Tahoma"/>
            </a:endParaRPr>
          </a:p>
          <a:p>
            <a:pPr marL="468630" indent="-227329">
              <a:lnSpc>
                <a:spcPct val="100000"/>
              </a:lnSpc>
              <a:spcBef>
                <a:spcPts val="950"/>
              </a:spcBef>
              <a:buAutoNum type="arabicPeriod" startAt="10"/>
              <a:tabLst>
                <a:tab pos="468630" algn="l"/>
              </a:tabLst>
            </a:pPr>
            <a:r>
              <a:rPr lang="tr-TR" sz="2800" spc="-10" dirty="0" err="1">
                <a:latin typeface="Aptos" panose="020B0004020202020204" pitchFamily="34" charset="0"/>
                <a:cs typeface="Tahoma"/>
              </a:rPr>
              <a:t>tutor_preferred_styles</a:t>
            </a:r>
            <a:endParaRPr lang="tr-TR" sz="2800" spc="-10" dirty="0">
              <a:latin typeface="Aptos" panose="020B0004020202020204" pitchFamily="34" charset="0"/>
              <a:cs typeface="Tahoma"/>
            </a:endParaRPr>
          </a:p>
          <a:p>
            <a:pPr marL="468630" indent="-227329">
              <a:lnSpc>
                <a:spcPct val="100000"/>
              </a:lnSpc>
              <a:spcBef>
                <a:spcPts val="950"/>
              </a:spcBef>
              <a:buAutoNum type="arabicPeriod" startAt="10"/>
              <a:tabLst>
                <a:tab pos="468630" algn="l"/>
              </a:tabLst>
            </a:pPr>
            <a:r>
              <a:rPr lang="tr-TR" sz="2800" spc="-10" dirty="0" err="1">
                <a:latin typeface="Aptos" panose="020B0004020202020204" pitchFamily="34" charset="0"/>
                <a:cs typeface="Tahoma"/>
              </a:rPr>
              <a:t>skill_assessment_availability</a:t>
            </a:r>
            <a:endParaRPr lang="tr-TR" sz="2800" dirty="0">
              <a:latin typeface="Aptos" panose="020B0004020202020204" pitchFamily="34" charset="0"/>
              <a:cs typeface="Tahoma"/>
            </a:endParaRPr>
          </a:p>
          <a:p>
            <a:pPr marL="471170" indent="-228600">
              <a:lnSpc>
                <a:spcPct val="110000"/>
              </a:lnSpc>
              <a:spcBef>
                <a:spcPts val="950"/>
              </a:spcBef>
              <a:buFont typeface="Arial" panose="020B0604020202020204" pitchFamily="34" charset="0"/>
              <a:buChar char="•"/>
              <a:tabLst>
                <a:tab pos="471170" algn="l"/>
              </a:tabLst>
            </a:pPr>
            <a:endParaRPr lang="en-US" sz="1700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A743353-2B06-B50F-E64D-D17B1A46781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rcRect r="163" b="1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778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C9E484D-1BEB-6A20-E51F-CB1153DDF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741" y="471487"/>
            <a:ext cx="6965156" cy="62507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General Structure</a:t>
            </a:r>
            <a:endParaRPr lang="tr-TR" sz="1600" b="1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br>
              <a:rPr lang="en-US" sz="1600" dirty="0"/>
            </a:br>
            <a:r>
              <a:rPr lang="en-US" sz="1600" dirty="0"/>
              <a:t>• The </a:t>
            </a:r>
            <a:r>
              <a:rPr lang="en-US" sz="1600" i="1" dirty="0"/>
              <a:t>database</a:t>
            </a:r>
            <a:r>
              <a:rPr lang="en-US" sz="1600" dirty="0"/>
              <a:t> system is built on </a:t>
            </a:r>
            <a:r>
              <a:rPr lang="en-US" sz="1600" b="1" dirty="0"/>
              <a:t>PostgreSQL</a:t>
            </a:r>
            <a:r>
              <a:rPr lang="en-US" sz="1600" dirty="0"/>
              <a:t>. All data is organized within a schema named </a:t>
            </a:r>
            <a:r>
              <a:rPr lang="en-US" sz="1600" i="1" dirty="0"/>
              <a:t>personalized-learning-hub</a:t>
            </a:r>
            <a:r>
              <a:rPr lang="en-US" sz="1600" dirty="0"/>
              <a:t>. This structure is designed in a </a:t>
            </a:r>
            <a:r>
              <a:rPr lang="en-US" sz="1600" b="1" dirty="0"/>
              <a:t>normalized</a:t>
            </a:r>
            <a:r>
              <a:rPr lang="en-US" sz="1600" dirty="0"/>
              <a:t> manner with tables corresponding to each module of the project. Table relations are modeled robustly using </a:t>
            </a:r>
            <a:r>
              <a:rPr lang="en-US" sz="1600" b="1" dirty="0"/>
              <a:t>primary–foreign key</a:t>
            </a:r>
            <a:r>
              <a:rPr lang="en-US" sz="1600" dirty="0"/>
              <a:t> connections.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600" dirty="0"/>
              <a:t>• The </a:t>
            </a:r>
            <a:r>
              <a:rPr lang="en-US" sz="1600" i="1" dirty="0"/>
              <a:t>database</a:t>
            </a:r>
            <a:r>
              <a:rPr lang="en-US" sz="1600" dirty="0"/>
              <a:t> structure is designed with a focus on high performance, data integrity, and sustainability.</a:t>
            </a:r>
            <a:endParaRPr lang="tr-TR" sz="16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600" b="1" dirty="0"/>
              <a:t>Table Relationships</a:t>
            </a:r>
            <a:endParaRPr lang="tr-TR" sz="1600" b="1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br>
              <a:rPr lang="en-US" sz="1600" dirty="0"/>
            </a:br>
            <a:r>
              <a:rPr lang="en-US" sz="1600" dirty="0"/>
              <a:t>• Both </a:t>
            </a:r>
            <a:r>
              <a:rPr lang="en-US" sz="1600" i="1" dirty="0"/>
              <a:t>student</a:t>
            </a:r>
            <a:r>
              <a:rPr lang="en-US" sz="1600" dirty="0"/>
              <a:t> and </a:t>
            </a:r>
            <a:r>
              <a:rPr lang="en-US" sz="1600" i="1" dirty="0"/>
              <a:t>tutor</a:t>
            </a:r>
            <a:r>
              <a:rPr lang="en-US" sz="1600" dirty="0"/>
              <a:t> tables are linked to the </a:t>
            </a:r>
            <a:r>
              <a:rPr lang="en-US" sz="1600" i="1" dirty="0"/>
              <a:t>user</a:t>
            </a:r>
            <a:r>
              <a:rPr lang="en-US" sz="1600" dirty="0"/>
              <a:t> table via </a:t>
            </a:r>
            <a:r>
              <a:rPr lang="en-US" sz="1600" b="1" dirty="0"/>
              <a:t>foreign key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• The </a:t>
            </a:r>
            <a:r>
              <a:rPr lang="en-US" sz="1600" i="1" dirty="0"/>
              <a:t>session</a:t>
            </a:r>
            <a:r>
              <a:rPr lang="en-US" sz="1600" dirty="0"/>
              <a:t> table is related to </a:t>
            </a:r>
            <a:r>
              <a:rPr lang="en-US" sz="1600" i="1" dirty="0"/>
              <a:t>tutor</a:t>
            </a:r>
            <a:r>
              <a:rPr lang="en-US" sz="1600" dirty="0"/>
              <a:t>; each session belongs to a tutor.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i="1" dirty="0" err="1"/>
              <a:t>session_reservation</a:t>
            </a:r>
            <a:r>
              <a:rPr lang="en-US" sz="1600" dirty="0"/>
              <a:t> is linked to both </a:t>
            </a:r>
            <a:r>
              <a:rPr lang="en-US" sz="1600" i="1" dirty="0"/>
              <a:t>student</a:t>
            </a:r>
            <a:r>
              <a:rPr lang="en-US" sz="1600" dirty="0"/>
              <a:t> and </a:t>
            </a:r>
            <a:r>
              <a:rPr lang="en-US" sz="1600" i="1" dirty="0"/>
              <a:t>session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i="1" dirty="0"/>
              <a:t>resource</a:t>
            </a:r>
            <a:r>
              <a:rPr lang="en-US" sz="1600" dirty="0"/>
              <a:t> and </a:t>
            </a:r>
            <a:r>
              <a:rPr lang="en-US" sz="1600" i="1" dirty="0" err="1"/>
              <a:t>skill_assessment</a:t>
            </a:r>
            <a:r>
              <a:rPr lang="en-US" sz="1600" dirty="0"/>
              <a:t> tables are directly related to both </a:t>
            </a:r>
            <a:r>
              <a:rPr lang="en-US" sz="1600" i="1" dirty="0"/>
              <a:t>tutor</a:t>
            </a:r>
            <a:r>
              <a:rPr lang="en-US" sz="1600" dirty="0"/>
              <a:t> and </a:t>
            </a:r>
            <a:r>
              <a:rPr lang="en-US" sz="1600" i="1" dirty="0"/>
              <a:t>student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• The </a:t>
            </a:r>
            <a:r>
              <a:rPr lang="en-US" sz="1600" i="1" dirty="0"/>
              <a:t>payment</a:t>
            </a:r>
            <a:r>
              <a:rPr lang="en-US" sz="1600" dirty="0"/>
              <a:t> table is associated via </a:t>
            </a:r>
            <a:r>
              <a:rPr lang="en-US" sz="1600" i="1" dirty="0"/>
              <a:t>student</a:t>
            </a:r>
            <a:r>
              <a:rPr lang="en-US" sz="1600" dirty="0"/>
              <a:t> and </a:t>
            </a:r>
            <a:r>
              <a:rPr lang="en-US" sz="1600" i="1" dirty="0" err="1"/>
              <a:t>session_reservation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• The </a:t>
            </a:r>
            <a:r>
              <a:rPr lang="en-US" sz="1600" i="1" dirty="0" err="1"/>
              <a:t>attendance_alert</a:t>
            </a:r>
            <a:r>
              <a:rPr lang="en-US" sz="1600" dirty="0"/>
              <a:t> table tracks absence data based on the </a:t>
            </a:r>
            <a:r>
              <a:rPr lang="en-US" sz="1600" i="1" dirty="0"/>
              <a:t>student</a:t>
            </a:r>
            <a:r>
              <a:rPr lang="en-US" sz="1600" dirty="0"/>
              <a:t>.</a:t>
            </a:r>
          </a:p>
          <a:p>
            <a:pPr marL="12700" marR="34925">
              <a:spcBef>
                <a:spcPts val="820"/>
              </a:spcBef>
            </a:pPr>
            <a:endParaRPr lang="tr-TR" sz="2000" spc="-10" dirty="0">
              <a:latin typeface="Aptos" panose="020B0004020202020204" pitchFamily="34" charset="0"/>
              <a:cs typeface="Tahoma"/>
            </a:endParaRPr>
          </a:p>
          <a:p>
            <a:endParaRPr lang="tr-TR" sz="2000" dirty="0"/>
          </a:p>
          <a:p>
            <a:endParaRPr lang="tr-TR" sz="20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8A72D92-1F3A-9564-4007-DA87167B11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660"/>
          <a:stretch>
            <a:fillRect/>
          </a:stretch>
        </p:blipFill>
        <p:spPr>
          <a:xfrm>
            <a:off x="7436897" y="0"/>
            <a:ext cx="3373310" cy="4633720"/>
          </a:xfrm>
          <a:prstGeom prst="rect">
            <a:avLst/>
          </a:prstGeom>
          <a:effectLst/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8C19D2C5-3178-A288-AE70-F68916CE6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97" y="4625117"/>
            <a:ext cx="3373310" cy="232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56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D7AAD51-BAE8-BBFA-2029-C69BE0F3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42218"/>
          </a:xfrm>
        </p:spPr>
        <p:txBody>
          <a:bodyPr>
            <a:normAutofit fontScale="90000"/>
          </a:bodyPr>
          <a:lstStyle/>
          <a:p>
            <a:pPr algn="ctr"/>
            <a:r>
              <a:rPr lang="tr-TR" sz="4000" b="1" dirty="0">
                <a:solidFill>
                  <a:srgbClr val="FF0000"/>
                </a:solidFill>
                <a:latin typeface="Aptos" panose="020B0004020202020204" pitchFamily="34" charset="0"/>
                <a:cs typeface="Arial"/>
              </a:rPr>
              <a:t>UI</a:t>
            </a:r>
            <a:r>
              <a:rPr lang="tr-TR" sz="4000" b="1" spc="-25" dirty="0">
                <a:solidFill>
                  <a:srgbClr val="FF0000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tr-TR" sz="4000" b="1" dirty="0">
                <a:solidFill>
                  <a:srgbClr val="FF0000"/>
                </a:solidFill>
                <a:latin typeface="Aptos" panose="020B0004020202020204" pitchFamily="34" charset="0"/>
                <a:cs typeface="Arial"/>
              </a:rPr>
              <a:t>Design</a:t>
            </a:r>
            <a:r>
              <a:rPr lang="tr-TR" sz="4000" b="1" spc="-10" dirty="0">
                <a:solidFill>
                  <a:srgbClr val="FF0000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tr-TR" sz="4000" b="1" spc="-10" dirty="0" err="1">
                <a:solidFill>
                  <a:srgbClr val="FF0000"/>
                </a:solidFill>
                <a:latin typeface="Aptos" panose="020B0004020202020204" pitchFamily="34" charset="0"/>
                <a:cs typeface="Arial"/>
              </a:rPr>
              <a:t>Section</a:t>
            </a:r>
            <a:br>
              <a:rPr lang="tr-TR" dirty="0">
                <a:latin typeface="Aptos" panose="020B0004020202020204" pitchFamily="34" charset="0"/>
                <a:cs typeface="Arial"/>
              </a:rPr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4095A5B-F512-5A1C-CB53-91AFA5032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631" y="1525587"/>
            <a:ext cx="935355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600" b="1" dirty="0"/>
              <a:t>Project Overview</a:t>
            </a:r>
            <a:endParaRPr lang="tr-TR" sz="1600" b="1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br>
              <a:rPr lang="en-US" sz="1600" dirty="0"/>
            </a:br>
            <a:r>
              <a:rPr lang="en-US" sz="1600" b="1" dirty="0"/>
              <a:t>Personalized Learning Hub</a:t>
            </a:r>
            <a:r>
              <a:rPr lang="en-US" sz="1600" dirty="0"/>
              <a:t> is a modern web platform offering an interactive learning experience between students and tutors.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600" dirty="0"/>
              <a:t>• Developed with </a:t>
            </a:r>
            <a:r>
              <a:rPr lang="en-US" sz="1600" i="1" dirty="0"/>
              <a:t>React</a:t>
            </a:r>
            <a:r>
              <a:rPr lang="en-US" sz="1600" dirty="0"/>
              <a:t>, with role-based routing under the </a:t>
            </a:r>
            <a:r>
              <a:rPr lang="en-US" sz="1600" i="1" dirty="0"/>
              <a:t>pages/</a:t>
            </a:r>
            <a:r>
              <a:rPr lang="en-US" sz="1600" dirty="0"/>
              <a:t> directory.</a:t>
            </a:r>
            <a:br>
              <a:rPr lang="en-US" sz="1600" dirty="0"/>
            </a:br>
            <a:r>
              <a:rPr lang="en-US" sz="1600" dirty="0"/>
              <a:t>• Global </a:t>
            </a:r>
            <a:r>
              <a:rPr lang="en-US" sz="1600" i="1" dirty="0"/>
              <a:t>state</a:t>
            </a:r>
            <a:r>
              <a:rPr lang="en-US" sz="1600" dirty="0"/>
              <a:t> management is handled using </a:t>
            </a:r>
            <a:r>
              <a:rPr lang="en-US" sz="1600" i="1" dirty="0" err="1"/>
              <a:t>AuthContext.jsx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• Shared layouts for all users: </a:t>
            </a:r>
            <a:r>
              <a:rPr lang="en-US" sz="1600" i="1" dirty="0" err="1"/>
              <a:t>StudentLayout</a:t>
            </a:r>
            <a:r>
              <a:rPr lang="en-US" sz="1600" dirty="0"/>
              <a:t>, </a:t>
            </a:r>
            <a:r>
              <a:rPr lang="en-US" sz="1600" i="1" dirty="0" err="1"/>
              <a:t>TutorLayout</a:t>
            </a:r>
            <a:r>
              <a:rPr lang="en-US" sz="1600" dirty="0"/>
              <a:t>, </a:t>
            </a:r>
            <a:r>
              <a:rPr lang="en-US" sz="1600" i="1" dirty="0" err="1"/>
              <a:t>AdminLayout</a:t>
            </a:r>
            <a:endParaRPr lang="tr-TR" sz="1600" i="1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600" b="1" dirty="0"/>
              <a:t>Key Features:</a:t>
            </a:r>
            <a:endParaRPr lang="tr-TR" sz="1600" b="1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b="1" dirty="0"/>
              <a:t>Student Panel</a:t>
            </a:r>
            <a:r>
              <a:rPr lang="en-US" sz="1600" dirty="0"/>
              <a:t> – Lesson tracking, resource access, assessments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b="1" dirty="0"/>
              <a:t>Tutor Panel</a:t>
            </a:r>
            <a:r>
              <a:rPr lang="en-US" sz="1600" dirty="0"/>
              <a:t> – Student management, resource sharing, assessment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b="1" dirty="0"/>
              <a:t>Admin Panel</a:t>
            </a:r>
            <a:r>
              <a:rPr lang="en-US" sz="1600" dirty="0"/>
              <a:t> – System management, user control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b="1" dirty="0"/>
              <a:t>Authentication</a:t>
            </a:r>
            <a:r>
              <a:rPr lang="en-US" sz="1600" dirty="0"/>
              <a:t> – Secure login and registration system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28917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6EB8DB5-5F42-D3B1-4A86-1D4D2470C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6431"/>
          </a:xfrm>
        </p:spPr>
        <p:txBody>
          <a:bodyPr>
            <a:normAutofit fontScale="90000"/>
          </a:bodyPr>
          <a:lstStyle/>
          <a:p>
            <a:br>
              <a:rPr lang="tr-TR" sz="1800" dirty="0"/>
            </a:br>
            <a:br>
              <a:rPr lang="tr-TR" sz="2200" dirty="0"/>
            </a:br>
            <a:r>
              <a:rPr lang="tr-TR" sz="2200" dirty="0"/>
              <a:t>1) </a:t>
            </a:r>
            <a:r>
              <a:rPr lang="tr-TR" sz="2200" b="1" dirty="0"/>
              <a:t>UI Mimarisi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ED42AE8-52D7-2911-6358-28EB6DC01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9249" y="1162552"/>
            <a:ext cx="6785008" cy="50625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sz="2100" b="1" dirty="0"/>
              <a:t>Klasör Yapısı</a:t>
            </a:r>
          </a:p>
          <a:p>
            <a:pPr marL="0" indent="0">
              <a:buNone/>
            </a:pPr>
            <a:endParaRPr lang="tr-TR" sz="2100" dirty="0"/>
          </a:p>
          <a:p>
            <a:pPr marL="0" indent="0">
              <a:buNone/>
            </a:pPr>
            <a:r>
              <a:rPr lang="tr-TR" sz="2100" dirty="0" err="1"/>
              <a:t>src</a:t>
            </a:r>
            <a:r>
              <a:rPr lang="tr-TR" sz="2100" dirty="0"/>
              <a:t>/</a:t>
            </a:r>
          </a:p>
          <a:p>
            <a:pPr marL="0" indent="0">
              <a:buNone/>
            </a:pPr>
            <a:r>
              <a:rPr lang="en-US" sz="2100" dirty="0"/>
              <a:t>├</a:t>
            </a:r>
            <a:r>
              <a:rPr lang="tr-TR" sz="2100" dirty="0"/>
              <a:t>── </a:t>
            </a:r>
            <a:r>
              <a:rPr lang="tr-TR" sz="2100" dirty="0" err="1"/>
              <a:t>components</a:t>
            </a:r>
            <a:r>
              <a:rPr lang="tr-TR" sz="2100" dirty="0"/>
              <a:t>/          # </a:t>
            </a:r>
            <a:r>
              <a:rPr lang="tr-TR" sz="2100" dirty="0" err="1"/>
              <a:t>Reusable</a:t>
            </a:r>
            <a:r>
              <a:rPr lang="tr-TR" sz="2100" dirty="0"/>
              <a:t> UI </a:t>
            </a:r>
            <a:r>
              <a:rPr lang="tr-TR" sz="2100" dirty="0" err="1"/>
              <a:t>components</a:t>
            </a:r>
            <a:endParaRPr lang="tr-TR" sz="2100" dirty="0"/>
          </a:p>
          <a:p>
            <a:pPr marL="0" indent="0">
              <a:buNone/>
            </a:pPr>
            <a:r>
              <a:rPr lang="en-US" sz="2100" dirty="0"/>
              <a:t>├</a:t>
            </a:r>
            <a:r>
              <a:rPr lang="tr-TR" sz="2100" dirty="0"/>
              <a:t>── </a:t>
            </a:r>
            <a:r>
              <a:rPr lang="tr-TR" sz="2100" dirty="0" err="1"/>
              <a:t>pages</a:t>
            </a:r>
            <a:r>
              <a:rPr lang="tr-TR" sz="2100" dirty="0"/>
              <a:t>/               # </a:t>
            </a:r>
            <a:r>
              <a:rPr lang="tr-TR" sz="2100" dirty="0" err="1"/>
              <a:t>Page</a:t>
            </a:r>
            <a:r>
              <a:rPr lang="tr-TR" sz="2100" dirty="0"/>
              <a:t> </a:t>
            </a:r>
            <a:r>
              <a:rPr lang="tr-TR" sz="2100" dirty="0" err="1"/>
              <a:t>components</a:t>
            </a:r>
            <a:r>
              <a:rPr lang="tr-TR" sz="2100" dirty="0"/>
              <a:t> (routing)</a:t>
            </a:r>
          </a:p>
          <a:p>
            <a:pPr marL="0" indent="0">
              <a:buNone/>
            </a:pPr>
            <a:r>
              <a:rPr lang="en-US" sz="2100" dirty="0"/>
              <a:t>├</a:t>
            </a:r>
            <a:r>
              <a:rPr lang="tr-TR" sz="2100" dirty="0"/>
              <a:t>── </a:t>
            </a:r>
            <a:r>
              <a:rPr lang="tr-TR" sz="2100" dirty="0" err="1"/>
              <a:t>layouts</a:t>
            </a:r>
            <a:r>
              <a:rPr lang="tr-TR" sz="2100" dirty="0"/>
              <a:t>/            # </a:t>
            </a:r>
            <a:r>
              <a:rPr lang="tr-TR" sz="2100" dirty="0" err="1"/>
              <a:t>Page</a:t>
            </a:r>
            <a:r>
              <a:rPr lang="tr-TR" sz="2100" dirty="0"/>
              <a:t> </a:t>
            </a:r>
            <a:r>
              <a:rPr lang="tr-TR" sz="2100" dirty="0" err="1"/>
              <a:t>layouts</a:t>
            </a:r>
            <a:endParaRPr lang="tr-TR" sz="2100" dirty="0"/>
          </a:p>
          <a:p>
            <a:pPr marL="0" indent="0">
              <a:buNone/>
            </a:pPr>
            <a:r>
              <a:rPr lang="en-US" sz="2100" dirty="0"/>
              <a:t>├</a:t>
            </a:r>
            <a:r>
              <a:rPr lang="tr-TR" sz="2100" dirty="0"/>
              <a:t>── </a:t>
            </a:r>
            <a:r>
              <a:rPr lang="tr-TR" sz="2100" dirty="0" err="1"/>
              <a:t>context</a:t>
            </a:r>
            <a:r>
              <a:rPr lang="tr-TR" sz="2100" dirty="0"/>
              <a:t>/            # Global </a:t>
            </a:r>
            <a:r>
              <a:rPr lang="tr-TR" sz="2100" dirty="0" err="1"/>
              <a:t>state</a:t>
            </a:r>
            <a:r>
              <a:rPr lang="tr-TR" sz="2100" dirty="0"/>
              <a:t> </a:t>
            </a:r>
            <a:r>
              <a:rPr lang="tr-TR" sz="2100" dirty="0" err="1"/>
              <a:t>management</a:t>
            </a:r>
            <a:endParaRPr lang="tr-TR" sz="2100" dirty="0"/>
          </a:p>
          <a:p>
            <a:pPr marL="0" indent="0">
              <a:buNone/>
            </a:pPr>
            <a:r>
              <a:rPr lang="en-US" sz="2100" dirty="0"/>
              <a:t>├</a:t>
            </a:r>
            <a:r>
              <a:rPr lang="tr-TR" sz="2100" dirty="0"/>
              <a:t>── </a:t>
            </a:r>
            <a:r>
              <a:rPr lang="tr-TR" sz="2100" dirty="0" err="1"/>
              <a:t>services</a:t>
            </a:r>
            <a:r>
              <a:rPr lang="tr-TR" sz="2100" dirty="0"/>
              <a:t>/           # API </a:t>
            </a:r>
            <a:r>
              <a:rPr lang="tr-TR" sz="2100" dirty="0" err="1"/>
              <a:t>calls</a:t>
            </a:r>
            <a:endParaRPr lang="tr-TR" sz="2100" dirty="0"/>
          </a:p>
          <a:p>
            <a:pPr marL="0" indent="0">
              <a:buNone/>
            </a:pPr>
            <a:r>
              <a:rPr lang="tr-TR" sz="2100" dirty="0"/>
              <a:t>└── </a:t>
            </a:r>
            <a:r>
              <a:rPr lang="tr-TR" sz="2100" dirty="0" err="1"/>
              <a:t>utils</a:t>
            </a:r>
            <a:r>
              <a:rPr lang="tr-TR" sz="2100" dirty="0"/>
              <a:t>/              	    # </a:t>
            </a:r>
            <a:r>
              <a:rPr lang="tr-TR" sz="2100" dirty="0" err="1"/>
              <a:t>Helper</a:t>
            </a:r>
            <a:r>
              <a:rPr lang="tr-TR" sz="2100" dirty="0"/>
              <a:t> </a:t>
            </a:r>
            <a:r>
              <a:rPr lang="tr-TR" sz="2100" dirty="0" err="1"/>
              <a:t>functions</a:t>
            </a:r>
            <a:endParaRPr lang="tr-TR" sz="2100" dirty="0"/>
          </a:p>
          <a:p>
            <a:pPr marL="0" indent="0">
              <a:buNone/>
            </a:pPr>
            <a:endParaRPr lang="tr-TR" sz="2100" dirty="0"/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tr-TR" sz="1700" dirty="0"/>
              <a:t>• </a:t>
            </a:r>
            <a:r>
              <a:rPr lang="tr-TR" sz="1700" b="1" dirty="0" err="1"/>
              <a:t>Technology</a:t>
            </a:r>
            <a:r>
              <a:rPr lang="tr-TR" sz="1700" b="1" dirty="0"/>
              <a:t> </a:t>
            </a:r>
            <a:r>
              <a:rPr lang="tr-TR" sz="1700" b="1" dirty="0" err="1"/>
              <a:t>Stack</a:t>
            </a:r>
            <a:br>
              <a:rPr lang="tr-TR" sz="1700" dirty="0"/>
            </a:br>
            <a:r>
              <a:rPr lang="tr-TR" sz="1700" dirty="0"/>
              <a:t>• </a:t>
            </a:r>
            <a:r>
              <a:rPr lang="tr-TR" sz="1700" b="1" dirty="0"/>
              <a:t>React.js</a:t>
            </a:r>
            <a:r>
              <a:rPr lang="tr-TR" sz="1700" dirty="0"/>
              <a:t> – </a:t>
            </a:r>
            <a:r>
              <a:rPr lang="tr-TR" sz="1700" dirty="0" err="1"/>
              <a:t>Frontend</a:t>
            </a:r>
            <a:r>
              <a:rPr lang="tr-TR" sz="1700" dirty="0"/>
              <a:t> </a:t>
            </a:r>
            <a:r>
              <a:rPr lang="tr-TR" sz="1700" dirty="0" err="1"/>
              <a:t>framework</a:t>
            </a:r>
            <a:br>
              <a:rPr lang="tr-TR" sz="1700" dirty="0"/>
            </a:br>
            <a:r>
              <a:rPr lang="tr-TR" sz="1700" dirty="0"/>
              <a:t>• </a:t>
            </a:r>
            <a:r>
              <a:rPr lang="tr-TR" sz="1700" b="1" dirty="0" err="1"/>
              <a:t>React</a:t>
            </a:r>
            <a:r>
              <a:rPr lang="tr-TR" sz="1700" b="1" dirty="0"/>
              <a:t> </a:t>
            </a:r>
            <a:r>
              <a:rPr lang="tr-TR" sz="1700" b="1" dirty="0" err="1"/>
              <a:t>Router</a:t>
            </a:r>
            <a:r>
              <a:rPr lang="tr-TR" sz="1700" dirty="0"/>
              <a:t> – </a:t>
            </a:r>
            <a:r>
              <a:rPr lang="tr-TR" sz="1700" dirty="0" err="1"/>
              <a:t>Page</a:t>
            </a:r>
            <a:r>
              <a:rPr lang="tr-TR" sz="1700" dirty="0"/>
              <a:t> routing</a:t>
            </a:r>
            <a:br>
              <a:rPr lang="tr-TR" sz="1700" dirty="0"/>
            </a:br>
            <a:r>
              <a:rPr lang="tr-TR" sz="1700" dirty="0"/>
              <a:t>• </a:t>
            </a:r>
            <a:r>
              <a:rPr lang="tr-TR" sz="1700" b="1" dirty="0" err="1"/>
              <a:t>Context</a:t>
            </a:r>
            <a:r>
              <a:rPr lang="tr-TR" sz="1700" b="1" dirty="0"/>
              <a:t> API</a:t>
            </a:r>
            <a:r>
              <a:rPr lang="tr-TR" sz="1700" dirty="0"/>
              <a:t> – </a:t>
            </a:r>
            <a:r>
              <a:rPr lang="tr-TR" sz="1700" dirty="0" err="1"/>
              <a:t>State</a:t>
            </a:r>
            <a:r>
              <a:rPr lang="tr-TR" sz="1700" dirty="0"/>
              <a:t> </a:t>
            </a:r>
            <a:r>
              <a:rPr lang="tr-TR" sz="1700" dirty="0" err="1"/>
              <a:t>management</a:t>
            </a:r>
            <a:br>
              <a:rPr lang="tr-TR" sz="1700" dirty="0"/>
            </a:br>
            <a:r>
              <a:rPr lang="tr-TR" sz="1700" dirty="0"/>
              <a:t>• </a:t>
            </a:r>
            <a:r>
              <a:rPr lang="tr-TR" sz="1700" b="1" dirty="0" err="1"/>
              <a:t>Axios</a:t>
            </a:r>
            <a:r>
              <a:rPr lang="tr-TR" sz="1700" dirty="0"/>
              <a:t> – HTTP </a:t>
            </a:r>
            <a:r>
              <a:rPr lang="tr-TR" sz="1700" dirty="0" err="1"/>
              <a:t>requests</a:t>
            </a:r>
            <a:br>
              <a:rPr lang="tr-TR" sz="1700" dirty="0"/>
            </a:br>
            <a:r>
              <a:rPr lang="tr-TR" sz="1700" dirty="0"/>
              <a:t>• </a:t>
            </a:r>
            <a:r>
              <a:rPr lang="tr-TR" sz="1700" b="1" dirty="0"/>
              <a:t>Modern CSS</a:t>
            </a:r>
            <a:r>
              <a:rPr lang="tr-TR" sz="1700" dirty="0"/>
              <a:t> – </a:t>
            </a:r>
            <a:r>
              <a:rPr lang="tr-TR" sz="1700" dirty="0" err="1"/>
              <a:t>Responsive</a:t>
            </a:r>
            <a:r>
              <a:rPr lang="tr-TR" sz="1700" dirty="0"/>
              <a:t> </a:t>
            </a:r>
            <a:r>
              <a:rPr lang="tr-TR" sz="1700" dirty="0" err="1"/>
              <a:t>design</a:t>
            </a:r>
            <a:endParaRPr lang="tr-TR" sz="1700" dirty="0"/>
          </a:p>
        </p:txBody>
      </p:sp>
    </p:spTree>
    <p:extLst>
      <p:ext uri="{BB962C8B-B14F-4D97-AF65-F5344CB8AC3E}">
        <p14:creationId xmlns:p14="http://schemas.microsoft.com/office/powerpoint/2010/main" val="3117117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4E65D7-E141-655D-1940-085ABE9FC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786"/>
            <a:ext cx="10515600" cy="1325563"/>
          </a:xfrm>
        </p:spPr>
        <p:txBody>
          <a:bodyPr>
            <a:normAutofit/>
          </a:bodyPr>
          <a:lstStyle/>
          <a:p>
            <a:r>
              <a:rPr lang="tr-TR" sz="2000" b="1" dirty="0">
                <a:cs typeface="Arial"/>
              </a:rPr>
              <a:t>2.</a:t>
            </a:r>
            <a:r>
              <a:rPr lang="tr-TR" sz="2000" b="1" spc="114" dirty="0">
                <a:cs typeface="Arial"/>
              </a:rPr>
              <a:t>  </a:t>
            </a:r>
            <a:r>
              <a:rPr lang="tr-TR" sz="2000" b="1" dirty="0" err="1">
                <a:cs typeface="Arial"/>
              </a:rPr>
              <a:t>Page</a:t>
            </a:r>
            <a:r>
              <a:rPr lang="tr-TR" sz="2000" b="1" dirty="0">
                <a:cs typeface="Arial"/>
              </a:rPr>
              <a:t> </a:t>
            </a:r>
            <a:r>
              <a:rPr lang="tr-TR" sz="2000" b="1" dirty="0" err="1">
                <a:cs typeface="Arial"/>
              </a:rPr>
              <a:t>Structures</a:t>
            </a:r>
            <a:br>
              <a:rPr lang="tr-TR" sz="1600" dirty="0">
                <a:latin typeface="Arial"/>
                <a:cs typeface="Arial"/>
              </a:rPr>
            </a:br>
            <a:endParaRPr lang="tr-TR" sz="160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F12F5072-069A-6473-A638-4BE019CD7F9D}"/>
              </a:ext>
            </a:extLst>
          </p:cNvPr>
          <p:cNvSpPr txBox="1"/>
          <p:nvPr/>
        </p:nvSpPr>
        <p:spPr>
          <a:xfrm>
            <a:off x="1095374" y="1423794"/>
            <a:ext cx="4662488" cy="35137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r-TR" b="1" dirty="0" err="1">
                <a:cs typeface="Arial"/>
              </a:rPr>
              <a:t>Authentication</a:t>
            </a:r>
            <a:r>
              <a:rPr lang="tr-TR" b="1" spc="-80" dirty="0">
                <a:cs typeface="Arial"/>
              </a:rPr>
              <a:t> </a:t>
            </a:r>
            <a:r>
              <a:rPr lang="tr-TR" b="1" spc="-20" dirty="0" err="1">
                <a:cs typeface="Arial"/>
              </a:rPr>
              <a:t>Pages</a:t>
            </a:r>
            <a:endParaRPr lang="tr-TR" b="1" spc="-20" dirty="0"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tr-TR" sz="1600" dirty="0"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lang="tr-TR" sz="1600" b="1" dirty="0" err="1">
                <a:cs typeface="Arial"/>
              </a:rPr>
              <a:t>pages</a:t>
            </a:r>
            <a:r>
              <a:rPr lang="tr-TR" sz="1600" b="1" dirty="0">
                <a:cs typeface="Arial"/>
              </a:rPr>
              <a:t>/</a:t>
            </a:r>
            <a:r>
              <a:rPr lang="tr-TR" sz="1600" b="1" dirty="0" err="1">
                <a:cs typeface="Arial"/>
              </a:rPr>
              <a:t>auth</a:t>
            </a:r>
            <a:r>
              <a:rPr lang="tr-TR" sz="1600" b="1" dirty="0">
                <a:cs typeface="Arial"/>
              </a:rPr>
              <a:t>/</a:t>
            </a:r>
            <a:r>
              <a:rPr lang="tr-TR" sz="1600" b="1" dirty="0" err="1">
                <a:cs typeface="Arial"/>
              </a:rPr>
              <a:t>Login.jsx</a:t>
            </a:r>
            <a:r>
              <a:rPr lang="tr-TR" sz="1600" b="1" spc="50" dirty="0">
                <a:cs typeface="Arial"/>
              </a:rPr>
              <a:t> </a:t>
            </a:r>
            <a:r>
              <a:rPr lang="tr-TR" sz="1600" spc="-40" dirty="0">
                <a:cs typeface="Tahoma"/>
              </a:rPr>
              <a:t>–</a:t>
            </a:r>
            <a:r>
              <a:rPr lang="tr-TR" sz="1600" spc="-5" dirty="0">
                <a:cs typeface="Tahoma"/>
              </a:rPr>
              <a:t> </a:t>
            </a:r>
            <a:r>
              <a:rPr lang="tr-TR" sz="1600" dirty="0">
                <a:cs typeface="Tahoma"/>
              </a:rPr>
              <a:t>User Login</a:t>
            </a:r>
            <a:endParaRPr lang="tr-TR" sz="1600" spc="-10" dirty="0"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dirty="0"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lang="tr-TR" sz="1600" b="1" spc="-10" dirty="0" err="1">
                <a:cs typeface="Arial"/>
              </a:rPr>
              <a:t>pages</a:t>
            </a:r>
            <a:r>
              <a:rPr lang="tr-TR" sz="1600" b="1" spc="-10" dirty="0">
                <a:cs typeface="Arial"/>
              </a:rPr>
              <a:t>/</a:t>
            </a:r>
            <a:r>
              <a:rPr lang="tr-TR" sz="1600" b="1" spc="-10" dirty="0" err="1">
                <a:cs typeface="Arial"/>
              </a:rPr>
              <a:t>auth</a:t>
            </a:r>
            <a:r>
              <a:rPr lang="tr-TR" sz="1600" b="1" spc="-10" dirty="0">
                <a:cs typeface="Arial"/>
              </a:rPr>
              <a:t>/</a:t>
            </a:r>
            <a:r>
              <a:rPr lang="tr-TR" sz="1600" b="1" spc="-10" dirty="0" err="1">
                <a:cs typeface="Arial"/>
              </a:rPr>
              <a:t>Register.jsx</a:t>
            </a:r>
            <a:r>
              <a:rPr lang="tr-TR" sz="1600" b="1" spc="60" dirty="0">
                <a:cs typeface="Arial"/>
              </a:rPr>
              <a:t> </a:t>
            </a:r>
            <a:r>
              <a:rPr lang="tr-TR" sz="1600" spc="-40" dirty="0">
                <a:cs typeface="Tahoma"/>
              </a:rPr>
              <a:t>–</a:t>
            </a:r>
            <a:r>
              <a:rPr lang="tr-TR" sz="1600" dirty="0">
                <a:cs typeface="Tahoma"/>
              </a:rPr>
              <a:t> New User </a:t>
            </a:r>
            <a:r>
              <a:rPr lang="tr-TR" sz="1600" dirty="0" err="1">
                <a:cs typeface="Tahoma"/>
              </a:rPr>
              <a:t>Register</a:t>
            </a:r>
            <a:endParaRPr lang="tr-TR" sz="1600" dirty="0">
              <a:cs typeface="Tahoma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EEAA0910-DBBA-90EA-F92B-EB503A4D00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7862" y="545210"/>
            <a:ext cx="4814887" cy="2883790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A0CFFE04-5132-9516-5F62-63660B35CD8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7862" y="3594796"/>
            <a:ext cx="4879181" cy="326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75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CB1F7603-4A00-2A14-04F1-98CD53835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882995"/>
            <a:ext cx="105156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r-TR" sz="1800" b="1" dirty="0" err="1">
                <a:cs typeface="Arial"/>
              </a:rPr>
              <a:t>Student</a:t>
            </a:r>
            <a:r>
              <a:rPr lang="tr-TR" sz="1800" b="1" dirty="0">
                <a:cs typeface="Arial"/>
              </a:rPr>
              <a:t> </a:t>
            </a:r>
            <a:r>
              <a:rPr lang="tr-TR" sz="1800" b="1" dirty="0" err="1">
                <a:cs typeface="Arial"/>
              </a:rPr>
              <a:t>Pages</a:t>
            </a:r>
            <a:endParaRPr sz="1800" dirty="0">
              <a:cs typeface="Arial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8FCF4115-DDC3-1AC8-E0B4-69E3919EA55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80987" y="1843880"/>
            <a:ext cx="6069807" cy="2705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r>
              <a:rPr sz="1600" b="1" spc="-10" dirty="0">
                <a:cs typeface="Arial"/>
              </a:rPr>
              <a:t>pages/student/Home.jsx</a:t>
            </a:r>
            <a:r>
              <a:rPr sz="1600" b="1" spc="90" dirty="0">
                <a:cs typeface="Arial"/>
              </a:rPr>
              <a:t> </a:t>
            </a:r>
            <a:r>
              <a:rPr sz="1600" spc="-45" dirty="0">
                <a:cs typeface="Tahoma"/>
              </a:rPr>
              <a:t>-</a:t>
            </a:r>
            <a:r>
              <a:rPr sz="1600" spc="-35" dirty="0">
                <a:cs typeface="Tahoma"/>
              </a:rPr>
              <a:t> </a:t>
            </a:r>
            <a:r>
              <a:rPr lang="tr-TR" sz="1600" dirty="0">
                <a:cs typeface="Tahoma"/>
              </a:rPr>
              <a:t>Main</a:t>
            </a:r>
            <a:r>
              <a:rPr sz="1600" spc="40" dirty="0">
                <a:cs typeface="Tahoma"/>
              </a:rPr>
              <a:t> </a:t>
            </a:r>
            <a:r>
              <a:rPr sz="1600" spc="-10" dirty="0">
                <a:cs typeface="Tahoma"/>
              </a:rPr>
              <a:t>dashboard</a:t>
            </a: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sz="160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r>
              <a:rPr sz="1600" b="1" spc="-10" dirty="0">
                <a:cs typeface="Arial"/>
              </a:rPr>
              <a:t>pages/student/</a:t>
            </a:r>
            <a:r>
              <a:rPr sz="1600" b="1" spc="-10" dirty="0" err="1">
                <a:cs typeface="Arial"/>
              </a:rPr>
              <a:t>Profile.jsx</a:t>
            </a:r>
            <a:r>
              <a:rPr sz="1600" b="1" spc="60" dirty="0">
                <a:cs typeface="Arial"/>
              </a:rPr>
              <a:t> </a:t>
            </a:r>
            <a:r>
              <a:rPr lang="tr-TR" sz="1600" dirty="0">
                <a:cs typeface="Tahoma"/>
              </a:rPr>
              <a:t>–</a:t>
            </a:r>
            <a:r>
              <a:rPr sz="1600" spc="10" dirty="0">
                <a:cs typeface="Tahoma"/>
              </a:rPr>
              <a:t> </a:t>
            </a:r>
            <a:r>
              <a:rPr sz="1600" dirty="0" err="1">
                <a:cs typeface="Tahoma"/>
              </a:rPr>
              <a:t>Profil</a:t>
            </a:r>
            <a:r>
              <a:rPr lang="tr-TR" sz="1600" spc="10" dirty="0">
                <a:cs typeface="Tahoma"/>
              </a:rPr>
              <a:t>e </a:t>
            </a:r>
            <a:r>
              <a:rPr lang="tr-TR" sz="1600" spc="-10" dirty="0">
                <a:cs typeface="Tahoma"/>
              </a:rPr>
              <a:t>Management</a:t>
            </a:r>
            <a:endParaRPr sz="1600" dirty="0">
              <a:cs typeface="Tahoma"/>
            </a:endParaRPr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13AE7946-E58B-084C-2F1C-729D1C7FE4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7733" y="69830"/>
            <a:ext cx="6766509" cy="3126984"/>
          </a:xfrm>
          <a:prstGeom prst="rect">
            <a:avLst/>
          </a:prstGeom>
        </p:spPr>
      </p:pic>
      <p:pic>
        <p:nvPicPr>
          <p:cNvPr id="10" name="Resim 9" descr="metin, ekran görüntüsü, yazılım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A9D274F-A864-DC86-E523-6B5032127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33" y="3487899"/>
            <a:ext cx="6576068" cy="337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63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8884337D-C3FF-7095-A671-3E997DAE3D3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75349" y="1700592"/>
            <a:ext cx="5528685" cy="3747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r>
              <a:rPr sz="1600" b="1" spc="-10" dirty="0">
                <a:cs typeface="Arial"/>
              </a:rPr>
              <a:t>pages/student/</a:t>
            </a:r>
            <a:r>
              <a:rPr sz="1600" b="1" spc="-10" dirty="0" err="1">
                <a:cs typeface="Arial"/>
              </a:rPr>
              <a:t>SessionBooking.jsx</a:t>
            </a:r>
            <a:r>
              <a:rPr sz="1600" b="1" spc="75" dirty="0">
                <a:cs typeface="Arial"/>
              </a:rPr>
              <a:t> </a:t>
            </a:r>
            <a:r>
              <a:rPr lang="tr-TR" sz="1600" b="1" spc="75" dirty="0">
                <a:cs typeface="Arial"/>
              </a:rPr>
              <a:t>- </a:t>
            </a:r>
            <a:r>
              <a:rPr lang="tr-TR" sz="1600" dirty="0" err="1">
                <a:cs typeface="Tahoma"/>
              </a:rPr>
              <a:t>Session</a:t>
            </a:r>
            <a:r>
              <a:rPr lang="tr-TR" sz="1600" dirty="0">
                <a:cs typeface="Tahoma"/>
              </a:rPr>
              <a:t>  </a:t>
            </a:r>
            <a:r>
              <a:rPr lang="tr-TR" sz="1600" dirty="0" err="1">
                <a:cs typeface="Tahoma"/>
              </a:rPr>
              <a:t>and</a:t>
            </a:r>
            <a:r>
              <a:rPr lang="tr-TR" sz="1600" dirty="0">
                <a:cs typeface="Tahoma"/>
              </a:rPr>
              <a:t> </a:t>
            </a:r>
            <a:r>
              <a:rPr lang="tr-TR" sz="1600" dirty="0" err="1">
                <a:cs typeface="Tahoma"/>
              </a:rPr>
              <a:t>Reservation</a:t>
            </a:r>
            <a:r>
              <a:rPr lang="tr-TR" sz="1600" dirty="0">
                <a:cs typeface="Tahoma"/>
              </a:rPr>
              <a:t> Planning</a:t>
            </a: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dirty="0">
              <a:cs typeface="Tahoma"/>
            </a:endParaRPr>
          </a:p>
          <a:p>
            <a:pPr marL="12700" indent="0">
              <a:lnSpc>
                <a:spcPct val="100000"/>
              </a:lnSpc>
              <a:spcBef>
                <a:spcPts val="950"/>
              </a:spcBef>
              <a:buSzPct val="90909"/>
              <a:buNone/>
              <a:tabLst>
                <a:tab pos="240665" algn="l"/>
              </a:tabLst>
            </a:pPr>
            <a:endParaRPr sz="160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r>
              <a:rPr sz="1600" b="1" spc="-10" dirty="0">
                <a:cs typeface="Arial"/>
              </a:rPr>
              <a:t>pages/student/</a:t>
            </a:r>
            <a:r>
              <a:rPr sz="1600" b="1" spc="-10" dirty="0" err="1">
                <a:cs typeface="Arial"/>
              </a:rPr>
              <a:t>SkillAssessment.jsx</a:t>
            </a:r>
            <a:r>
              <a:rPr lang="tr-TR" sz="1600" b="1" spc="105" dirty="0">
                <a:cs typeface="Arial"/>
              </a:rPr>
              <a:t> - </a:t>
            </a:r>
            <a:r>
              <a:rPr lang="tr-TR" sz="1600" dirty="0" err="1">
                <a:cs typeface="Tahoma"/>
              </a:rPr>
              <a:t>Skill</a:t>
            </a:r>
            <a:r>
              <a:rPr lang="tr-TR" sz="1600" dirty="0">
                <a:cs typeface="Tahoma"/>
              </a:rPr>
              <a:t> </a:t>
            </a:r>
            <a:r>
              <a:rPr lang="tr-TR" sz="1600" dirty="0" err="1">
                <a:cs typeface="Tahoma"/>
              </a:rPr>
              <a:t>Assessments</a:t>
            </a:r>
            <a:r>
              <a:rPr lang="tr-TR" sz="1600" dirty="0">
                <a:cs typeface="Tahoma"/>
              </a:rPr>
              <a:t> </a:t>
            </a:r>
            <a:r>
              <a:rPr lang="tr-TR" sz="1600" dirty="0" err="1">
                <a:cs typeface="Tahoma"/>
              </a:rPr>
              <a:t>pages</a:t>
            </a:r>
            <a:endParaRPr sz="1600" dirty="0">
              <a:cs typeface="Tahoma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E2E9032D-0C18-792A-2EE0-705968038A3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4034" y="4013734"/>
            <a:ext cx="6387965" cy="2420754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CBEE108A-D052-0FFD-F356-66DEF528C57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3027" y="201800"/>
            <a:ext cx="6618973" cy="3284160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DD306C65-0C6F-D0C0-8447-5256FB35B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882995"/>
            <a:ext cx="105156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r-TR" sz="1800" b="1" dirty="0" err="1">
                <a:cs typeface="Arial"/>
              </a:rPr>
              <a:t>Student</a:t>
            </a:r>
            <a:r>
              <a:rPr lang="tr-TR" sz="1800" b="1" dirty="0">
                <a:cs typeface="Arial"/>
              </a:rPr>
              <a:t> </a:t>
            </a:r>
            <a:r>
              <a:rPr lang="tr-TR" sz="1800" b="1" dirty="0" err="1">
                <a:cs typeface="Arial"/>
              </a:rPr>
              <a:t>Pages</a:t>
            </a:r>
            <a:endParaRPr sz="18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3636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DB3794D7-BBF9-B279-AF28-47932977C2A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6983" y="1295240"/>
            <a:ext cx="6266673" cy="53732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r>
              <a:rPr sz="1600" b="1" spc="-10" dirty="0">
                <a:cs typeface="Arial"/>
              </a:rPr>
              <a:t>pages/student/</a:t>
            </a:r>
            <a:r>
              <a:rPr sz="1600" b="1" spc="-10" dirty="0" err="1">
                <a:cs typeface="Arial"/>
              </a:rPr>
              <a:t>ResourceLibrary.jsx</a:t>
            </a:r>
            <a:r>
              <a:rPr sz="1600" b="1" spc="60" dirty="0">
                <a:cs typeface="Arial"/>
              </a:rPr>
              <a:t> </a:t>
            </a:r>
            <a:r>
              <a:rPr lang="tr-TR" sz="1600" dirty="0">
                <a:cs typeface="Tahoma"/>
              </a:rPr>
              <a:t>–</a:t>
            </a:r>
            <a:r>
              <a:rPr sz="1600" spc="25" dirty="0">
                <a:cs typeface="Tahoma"/>
              </a:rPr>
              <a:t> </a:t>
            </a:r>
            <a:r>
              <a:rPr lang="tr-TR" sz="1600" dirty="0">
                <a:cs typeface="Tahoma"/>
              </a:rPr>
              <a:t>Resource Library</a:t>
            </a: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dirty="0">
              <a:cs typeface="Tahoma"/>
            </a:endParaRPr>
          </a:p>
          <a:p>
            <a:pPr marL="12700" indent="0">
              <a:lnSpc>
                <a:spcPct val="100000"/>
              </a:lnSpc>
              <a:spcBef>
                <a:spcPts val="935"/>
              </a:spcBef>
              <a:buSzPct val="90909"/>
              <a:buNone/>
              <a:tabLst>
                <a:tab pos="240665" algn="l"/>
              </a:tabLst>
            </a:pPr>
            <a:endParaRPr lang="tr-TR" sz="160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sz="160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44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r>
              <a:rPr sz="1600" b="1" spc="-10" dirty="0">
                <a:cs typeface="Arial"/>
              </a:rPr>
              <a:t>pages/student/</a:t>
            </a:r>
            <a:r>
              <a:rPr sz="1600" b="1" spc="-10" dirty="0" err="1">
                <a:cs typeface="Arial"/>
              </a:rPr>
              <a:t>ProgressTracking.jsx</a:t>
            </a:r>
            <a:r>
              <a:rPr sz="1600" b="1" spc="35" dirty="0">
                <a:cs typeface="Arial"/>
              </a:rPr>
              <a:t> </a:t>
            </a:r>
            <a:r>
              <a:rPr lang="tr-TR" sz="1600" dirty="0">
                <a:cs typeface="Tahoma"/>
              </a:rPr>
              <a:t>–</a:t>
            </a:r>
            <a:r>
              <a:rPr sz="1600" spc="-10" dirty="0">
                <a:cs typeface="Tahoma"/>
              </a:rPr>
              <a:t> </a:t>
            </a:r>
            <a:r>
              <a:rPr lang="tr-TR" sz="1600" spc="-10" dirty="0" err="1">
                <a:cs typeface="Tahoma"/>
              </a:rPr>
              <a:t>Progress</a:t>
            </a:r>
            <a:r>
              <a:rPr lang="tr-TR" sz="1600" spc="-10" dirty="0">
                <a:cs typeface="Tahoma"/>
              </a:rPr>
              <a:t> </a:t>
            </a:r>
            <a:r>
              <a:rPr lang="tr-TR" sz="1600" spc="-10" dirty="0" err="1">
                <a:cs typeface="Tahoma"/>
              </a:rPr>
              <a:t>Tracking</a:t>
            </a:r>
            <a:endParaRPr lang="tr-TR" sz="1600" spc="-1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44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endParaRPr lang="tr-TR" sz="1600" spc="-10" dirty="0">
              <a:cs typeface="Tahoma"/>
            </a:endParaRPr>
          </a:p>
          <a:p>
            <a:pPr marL="12700" indent="0">
              <a:lnSpc>
                <a:spcPct val="100000"/>
              </a:lnSpc>
              <a:spcBef>
                <a:spcPts val="944"/>
              </a:spcBef>
              <a:buSzPct val="90909"/>
              <a:buNone/>
              <a:tabLst>
                <a:tab pos="240665" algn="l"/>
              </a:tabLst>
            </a:pPr>
            <a:endParaRPr sz="160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r>
              <a:rPr sz="1600" b="1" spc="-10" dirty="0">
                <a:cs typeface="Arial"/>
              </a:rPr>
              <a:t>pages/student/</a:t>
            </a:r>
            <a:r>
              <a:rPr sz="1600" b="1" spc="-10" dirty="0" err="1">
                <a:cs typeface="Arial"/>
              </a:rPr>
              <a:t>Payments.jsx</a:t>
            </a:r>
            <a:r>
              <a:rPr sz="1600" b="1" spc="40" dirty="0">
                <a:cs typeface="Arial"/>
              </a:rPr>
              <a:t> </a:t>
            </a:r>
            <a:r>
              <a:rPr lang="tr-TR" sz="1600" dirty="0">
                <a:cs typeface="Tahoma"/>
              </a:rPr>
              <a:t>–</a:t>
            </a:r>
            <a:r>
              <a:rPr sz="1600" spc="15" dirty="0">
                <a:cs typeface="Tahoma"/>
              </a:rPr>
              <a:t> </a:t>
            </a:r>
            <a:r>
              <a:rPr lang="tr-TR" sz="1600" dirty="0" err="1">
                <a:cs typeface="Tahoma"/>
              </a:rPr>
              <a:t>Payment</a:t>
            </a:r>
            <a:r>
              <a:rPr lang="tr-TR" sz="1600" dirty="0">
                <a:cs typeface="Tahoma"/>
              </a:rPr>
              <a:t> </a:t>
            </a:r>
            <a:r>
              <a:rPr lang="tr-TR" sz="1600" dirty="0" err="1">
                <a:cs typeface="Tahoma"/>
              </a:rPr>
              <a:t>Method</a:t>
            </a:r>
            <a:r>
              <a:rPr lang="tr-TR" sz="1600" dirty="0">
                <a:cs typeface="Tahoma"/>
              </a:rPr>
              <a:t> </a:t>
            </a:r>
          </a:p>
          <a:p>
            <a:pPr marL="12700" indent="0">
              <a:lnSpc>
                <a:spcPct val="100000"/>
              </a:lnSpc>
              <a:spcBef>
                <a:spcPts val="950"/>
              </a:spcBef>
              <a:buSzPct val="90909"/>
              <a:buNone/>
              <a:tabLst>
                <a:tab pos="240665" algn="l"/>
              </a:tabLst>
            </a:pPr>
            <a:r>
              <a:rPr sz="1600" dirty="0">
                <a:cs typeface="Tahoma"/>
              </a:rPr>
              <a:t>(</a:t>
            </a:r>
            <a:r>
              <a:rPr lang="tr-TR" sz="1600" dirty="0">
                <a:cs typeface="Tahoma"/>
              </a:rPr>
              <a:t>Not </a:t>
            </a:r>
            <a:r>
              <a:rPr lang="tr-TR" sz="1600" dirty="0" err="1">
                <a:cs typeface="Tahoma"/>
              </a:rPr>
              <a:t>implemented</a:t>
            </a:r>
            <a:r>
              <a:rPr lang="tr-TR" sz="1600" dirty="0">
                <a:cs typeface="Tahoma"/>
              </a:rPr>
              <a:t> yet</a:t>
            </a:r>
            <a:r>
              <a:rPr sz="1600" spc="-10" dirty="0">
                <a:cs typeface="Tahoma"/>
              </a:rPr>
              <a:t>)</a:t>
            </a:r>
            <a:endParaRPr sz="1600" dirty="0"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r>
              <a:rPr sz="1600" b="1" dirty="0">
                <a:cs typeface="Arial"/>
              </a:rPr>
              <a:t>pages/student/Alerts.jsx</a:t>
            </a:r>
            <a:r>
              <a:rPr sz="1600" b="1" spc="15" dirty="0">
                <a:cs typeface="Arial"/>
              </a:rPr>
              <a:t> </a:t>
            </a:r>
            <a:r>
              <a:rPr sz="1600" dirty="0">
                <a:cs typeface="Tahoma"/>
              </a:rPr>
              <a:t>–</a:t>
            </a:r>
            <a:r>
              <a:rPr sz="1600" spc="-25" dirty="0">
                <a:cs typeface="Tahoma"/>
              </a:rPr>
              <a:t> </a:t>
            </a:r>
            <a:r>
              <a:rPr lang="tr-TR" sz="1600" spc="-10" dirty="0" err="1">
                <a:cs typeface="Tahoma"/>
              </a:rPr>
              <a:t>Notifications</a:t>
            </a:r>
            <a:r>
              <a:rPr sz="1600" spc="-30" dirty="0">
                <a:cs typeface="Tahoma"/>
              </a:rPr>
              <a:t> </a:t>
            </a:r>
            <a:endParaRPr lang="tr-TR" sz="1600" spc="-30" dirty="0">
              <a:cs typeface="Tahoma"/>
            </a:endParaRPr>
          </a:p>
          <a:p>
            <a:pPr marL="12700" indent="0">
              <a:lnSpc>
                <a:spcPct val="100000"/>
              </a:lnSpc>
              <a:spcBef>
                <a:spcPts val="950"/>
              </a:spcBef>
              <a:buSzPct val="90909"/>
              <a:buNone/>
              <a:tabLst>
                <a:tab pos="240665" algn="l"/>
              </a:tabLst>
            </a:pPr>
            <a:r>
              <a:rPr sz="1600" dirty="0">
                <a:cs typeface="Tahoma"/>
              </a:rPr>
              <a:t>(</a:t>
            </a:r>
            <a:r>
              <a:rPr lang="tr-TR" sz="1600" dirty="0">
                <a:cs typeface="Tahoma"/>
              </a:rPr>
              <a:t>Not </a:t>
            </a:r>
            <a:r>
              <a:rPr lang="tr-TR" sz="1600" dirty="0" err="1">
                <a:cs typeface="Tahoma"/>
              </a:rPr>
              <a:t>implemented</a:t>
            </a:r>
            <a:r>
              <a:rPr lang="tr-TR" sz="1600" dirty="0">
                <a:cs typeface="Tahoma"/>
              </a:rPr>
              <a:t> yet</a:t>
            </a:r>
            <a:r>
              <a:rPr sz="1600" spc="-10" dirty="0">
                <a:cs typeface="Tahoma"/>
              </a:rPr>
              <a:t>)</a:t>
            </a:r>
            <a:endParaRPr sz="1600" dirty="0">
              <a:cs typeface="Tahoma"/>
            </a:endParaRPr>
          </a:p>
        </p:txBody>
      </p:sp>
      <p:pic>
        <p:nvPicPr>
          <p:cNvPr id="5" name="İçerik Yer Tutucusu 3" descr="metin, ekran görüntüsü, yazılım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76BFA39-A555-3713-76F5-850088764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425" y="2952226"/>
            <a:ext cx="6505575" cy="3905774"/>
          </a:xfrm>
          <a:prstGeom prst="rect">
            <a:avLst/>
          </a:prstGeom>
        </p:spPr>
      </p:pic>
      <p:pic>
        <p:nvPicPr>
          <p:cNvPr id="6" name="Resim 5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59E8E42-4BC3-EC93-7696-D0B48C7F6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669" y="0"/>
            <a:ext cx="6605331" cy="2739528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FEA820F5-64C5-2875-C18B-03250E3FAE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566" y="502709"/>
            <a:ext cx="105156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r-TR" sz="1800" b="1" dirty="0" err="1">
                <a:cs typeface="Arial"/>
              </a:rPr>
              <a:t>Student</a:t>
            </a:r>
            <a:r>
              <a:rPr lang="tr-TR" sz="1800" b="1" dirty="0">
                <a:cs typeface="Arial"/>
              </a:rPr>
              <a:t> </a:t>
            </a:r>
            <a:r>
              <a:rPr lang="tr-TR" sz="1800" b="1" dirty="0" err="1">
                <a:cs typeface="Arial"/>
              </a:rPr>
              <a:t>Pages</a:t>
            </a:r>
            <a:endParaRPr sz="18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8218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F992C0D2-F110-C7B0-EA8F-FDBA5C7E4355}"/>
              </a:ext>
            </a:extLst>
          </p:cNvPr>
          <p:cNvSpPr txBox="1"/>
          <p:nvPr/>
        </p:nvSpPr>
        <p:spPr>
          <a:xfrm>
            <a:off x="620264" y="632526"/>
            <a:ext cx="5149705" cy="55476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r-TR" sz="1600" b="1" dirty="0" err="1">
                <a:latin typeface="Aptos" panose="020B0004020202020204" pitchFamily="34" charset="0"/>
                <a:cs typeface="Arial"/>
              </a:rPr>
              <a:t>Tutor</a:t>
            </a:r>
            <a:r>
              <a:rPr lang="tr-TR" sz="1600" b="1" dirty="0">
                <a:latin typeface="Aptos" panose="020B0004020202020204" pitchFamily="34" charset="0"/>
                <a:cs typeface="Arial"/>
              </a:rPr>
              <a:t> </a:t>
            </a:r>
            <a:r>
              <a:rPr lang="tr-TR" sz="1600" b="1" dirty="0" err="1">
                <a:latin typeface="Aptos" panose="020B0004020202020204" pitchFamily="34" charset="0"/>
                <a:cs typeface="Arial"/>
              </a:rPr>
              <a:t>Pages</a:t>
            </a:r>
            <a:endParaRPr lang="tr-TR" sz="1600" b="1" spc="-10" dirty="0">
              <a:latin typeface="Aptos" panose="020B0004020202020204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tr-TR" sz="1600" b="1" spc="-10" dirty="0">
              <a:latin typeface="Aptos" panose="020B0004020202020204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600" dirty="0">
              <a:latin typeface="Aptos" panose="020B0004020202020204" pitchFamily="34" charset="0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600" b="1" dirty="0">
                <a:latin typeface="Aptos" panose="020B0004020202020204" pitchFamily="34" charset="0"/>
                <a:cs typeface="Arial"/>
              </a:rPr>
              <a:t>pages/tutor/Home.jsx</a:t>
            </a:r>
            <a:r>
              <a:rPr sz="1600" b="1" spc="5" dirty="0">
                <a:latin typeface="Aptos" panose="020B0004020202020204" pitchFamily="34" charset="0"/>
                <a:cs typeface="Arial"/>
              </a:rPr>
              <a:t> </a:t>
            </a:r>
            <a:r>
              <a:rPr sz="1600" spc="-45" dirty="0">
                <a:latin typeface="Aptos" panose="020B0004020202020204" pitchFamily="34" charset="0"/>
                <a:cs typeface="Tahoma"/>
              </a:rPr>
              <a:t>-</a:t>
            </a:r>
            <a:r>
              <a:rPr sz="1600" spc="-90" dirty="0">
                <a:latin typeface="Aptos" panose="020B0004020202020204" pitchFamily="34" charset="0"/>
                <a:cs typeface="Tahoma"/>
              </a:rPr>
              <a:t> </a:t>
            </a:r>
            <a:r>
              <a:rPr lang="tr-TR" dirty="0"/>
              <a:t>Main </a:t>
            </a:r>
            <a:r>
              <a:rPr lang="tr-TR" dirty="0" err="1"/>
              <a:t>dashboard</a:t>
            </a: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sz="160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600" b="1" dirty="0">
                <a:latin typeface="Aptos" panose="020B0004020202020204" pitchFamily="34" charset="0"/>
                <a:cs typeface="Arial"/>
              </a:rPr>
              <a:t>pages/tutor/Profile.jsx</a:t>
            </a:r>
            <a:r>
              <a:rPr sz="1600" b="1" spc="-15" dirty="0">
                <a:latin typeface="Aptos" panose="020B0004020202020204" pitchFamily="34" charset="0"/>
                <a:cs typeface="Arial"/>
              </a:rPr>
              <a:t> </a:t>
            </a:r>
            <a:r>
              <a:rPr sz="1600" dirty="0">
                <a:latin typeface="Aptos" panose="020B0004020202020204" pitchFamily="34" charset="0"/>
                <a:cs typeface="Tahoma"/>
              </a:rPr>
              <a:t>-</a:t>
            </a:r>
            <a:r>
              <a:rPr sz="1600" spc="-65" dirty="0">
                <a:latin typeface="Aptos" panose="020B0004020202020204" pitchFamily="34" charset="0"/>
                <a:cs typeface="Tahoma"/>
              </a:rPr>
              <a:t> </a:t>
            </a:r>
            <a:r>
              <a:rPr lang="tr-TR" sz="1600" dirty="0">
                <a:cs typeface="Tahoma"/>
              </a:rPr>
              <a:t>Profil</a:t>
            </a:r>
            <a:r>
              <a:rPr lang="tr-TR" sz="1600" spc="10" dirty="0">
                <a:cs typeface="Tahoma"/>
              </a:rPr>
              <a:t>e </a:t>
            </a:r>
            <a:r>
              <a:rPr lang="tr-TR" sz="1600" spc="-10" dirty="0">
                <a:cs typeface="Tahoma"/>
              </a:rPr>
              <a:t>Management</a:t>
            </a: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sz="160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600" b="1" spc="-10" dirty="0">
                <a:latin typeface="Aptos" panose="020B0004020202020204" pitchFamily="34" charset="0"/>
                <a:cs typeface="Arial"/>
              </a:rPr>
              <a:t>pages/tutor/</a:t>
            </a:r>
            <a:r>
              <a:rPr sz="1600" b="1" spc="-10" dirty="0" err="1">
                <a:latin typeface="Aptos" panose="020B0004020202020204" pitchFamily="34" charset="0"/>
                <a:cs typeface="Arial"/>
              </a:rPr>
              <a:t>AssignedStudents.jsx</a:t>
            </a:r>
            <a:r>
              <a:rPr sz="1600" b="1" spc="100" dirty="0">
                <a:latin typeface="Aptos" panose="020B0004020202020204" pitchFamily="34" charset="0"/>
                <a:cs typeface="Arial"/>
              </a:rPr>
              <a:t> </a:t>
            </a:r>
            <a:r>
              <a:rPr lang="tr-TR" sz="1600" spc="-45" dirty="0">
                <a:latin typeface="Aptos" panose="020B0004020202020204" pitchFamily="34" charset="0"/>
                <a:cs typeface="Tahoma"/>
              </a:rPr>
              <a:t>–</a:t>
            </a:r>
            <a:r>
              <a:rPr sz="1600" spc="-30" dirty="0">
                <a:latin typeface="Aptos" panose="020B0004020202020204" pitchFamily="34" charset="0"/>
                <a:cs typeface="Tahoma"/>
              </a:rPr>
              <a:t> </a:t>
            </a:r>
            <a:r>
              <a:rPr lang="tr-TR" sz="1600" dirty="0" err="1">
                <a:latin typeface="Aptos" panose="020B0004020202020204" pitchFamily="34" charset="0"/>
                <a:cs typeface="Tahoma"/>
              </a:rPr>
              <a:t>Assigned</a:t>
            </a:r>
            <a:r>
              <a:rPr lang="tr-TR" sz="1600" dirty="0">
                <a:latin typeface="Aptos" panose="020B0004020202020204" pitchFamily="34" charset="0"/>
                <a:cs typeface="Tahoma"/>
              </a:rPr>
              <a:t> </a:t>
            </a:r>
            <a:r>
              <a:rPr lang="tr-TR" sz="1600" dirty="0" err="1">
                <a:latin typeface="Aptos" panose="020B0004020202020204" pitchFamily="34" charset="0"/>
                <a:cs typeface="Tahoma"/>
              </a:rPr>
              <a:t>Students</a:t>
            </a:r>
            <a:r>
              <a:rPr lang="tr-TR" sz="1600" dirty="0">
                <a:latin typeface="Aptos" panose="020B0004020202020204" pitchFamily="34" charset="0"/>
                <a:cs typeface="Tahoma"/>
              </a:rPr>
              <a:t> </a:t>
            </a:r>
            <a:r>
              <a:rPr lang="tr-TR" sz="1600" dirty="0" err="1">
                <a:latin typeface="Aptos" panose="020B0004020202020204" pitchFamily="34" charset="0"/>
                <a:cs typeface="Tahoma"/>
              </a:rPr>
              <a:t>page</a:t>
            </a:r>
            <a:endParaRPr sz="1600" dirty="0">
              <a:latin typeface="Aptos" panose="020B0004020202020204" pitchFamily="34" charset="0"/>
              <a:cs typeface="Tahoma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E0957D6E-4E81-C9F9-270B-6BAFD551C0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4400" y="411704"/>
            <a:ext cx="5454653" cy="2004237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67D990A0-84AE-7BA1-04CC-BAEB4BF8A7C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4399" y="5400498"/>
            <a:ext cx="5454653" cy="879848"/>
          </a:xfrm>
          <a:prstGeom prst="rect">
            <a:avLst/>
          </a:prstGeom>
        </p:spPr>
      </p:pic>
      <p:pic>
        <p:nvPicPr>
          <p:cNvPr id="11" name="Resim 1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11DF900-416E-6150-E8F5-A88189F36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399" y="2790556"/>
            <a:ext cx="5454653" cy="2365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270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DC5428C2-F58C-8591-4F36-E8048F84416A}"/>
              </a:ext>
            </a:extLst>
          </p:cNvPr>
          <p:cNvSpPr txBox="1"/>
          <p:nvPr/>
        </p:nvSpPr>
        <p:spPr>
          <a:xfrm>
            <a:off x="686420" y="754858"/>
            <a:ext cx="5149705" cy="4929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r-TR" b="1" dirty="0" err="1">
                <a:latin typeface="+mj-lt"/>
                <a:cs typeface="Arial"/>
              </a:rPr>
              <a:t>Tutor</a:t>
            </a:r>
            <a:r>
              <a:rPr lang="tr-TR" b="1" dirty="0">
                <a:latin typeface="+mj-lt"/>
                <a:cs typeface="Arial"/>
              </a:rPr>
              <a:t> </a:t>
            </a:r>
            <a:r>
              <a:rPr lang="tr-TR" b="1" dirty="0" err="1">
                <a:latin typeface="+mj-lt"/>
                <a:cs typeface="Arial"/>
              </a:rPr>
              <a:t>Pages</a:t>
            </a:r>
            <a:endParaRPr lang="tr-TR" b="1" spc="-10" dirty="0">
              <a:latin typeface="+mj-lt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tr-TR" sz="1600" dirty="0">
              <a:latin typeface="Aptos" panose="020B0004020202020204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tr-TR" sz="1600" dirty="0">
              <a:latin typeface="Aptos" panose="020B0004020202020204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600" dirty="0">
              <a:latin typeface="Aptos" panose="020B0004020202020204" pitchFamily="34" charset="0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600" b="1" spc="-10" dirty="0">
                <a:latin typeface="Aptos" panose="020B0004020202020204" pitchFamily="34" charset="0"/>
                <a:cs typeface="Arial"/>
              </a:rPr>
              <a:t>pages/tutor/</a:t>
            </a:r>
            <a:r>
              <a:rPr sz="1600" b="1" spc="-10" dirty="0" err="1">
                <a:latin typeface="Aptos" panose="020B0004020202020204" pitchFamily="34" charset="0"/>
                <a:cs typeface="Arial"/>
              </a:rPr>
              <a:t>SessionBooking.jsx</a:t>
            </a:r>
            <a:r>
              <a:rPr sz="1600" b="1" spc="65" dirty="0">
                <a:latin typeface="Aptos" panose="020B0004020202020204" pitchFamily="34" charset="0"/>
                <a:cs typeface="Arial"/>
              </a:rPr>
              <a:t> </a:t>
            </a:r>
            <a:r>
              <a:rPr lang="tr-TR" sz="1600" dirty="0">
                <a:latin typeface="Aptos" panose="020B0004020202020204" pitchFamily="34" charset="0"/>
                <a:cs typeface="Tahoma"/>
              </a:rPr>
              <a:t>–</a:t>
            </a:r>
            <a:r>
              <a:rPr sz="1600" spc="40" dirty="0">
                <a:latin typeface="Aptos" panose="020B0004020202020204" pitchFamily="34" charset="0"/>
                <a:cs typeface="Tahoma"/>
              </a:rPr>
              <a:t> </a:t>
            </a:r>
            <a:r>
              <a:rPr lang="tr-TR" sz="1600" dirty="0" err="1">
                <a:latin typeface="Aptos" panose="020B0004020202020204" pitchFamily="34" charset="0"/>
                <a:cs typeface="Tahoma"/>
              </a:rPr>
              <a:t>Session</a:t>
            </a:r>
            <a:r>
              <a:rPr lang="tr-TR" sz="1600" dirty="0">
                <a:latin typeface="Aptos" panose="020B0004020202020204" pitchFamily="34" charset="0"/>
                <a:cs typeface="Tahoma"/>
              </a:rPr>
              <a:t> Planning</a:t>
            </a: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935"/>
              </a:spcBef>
              <a:buSzPct val="90909"/>
              <a:tabLst>
                <a:tab pos="469265" algn="l"/>
              </a:tabLst>
            </a:pP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sz="160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44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600" b="1" spc="-10" dirty="0">
                <a:latin typeface="Aptos" panose="020B0004020202020204" pitchFamily="34" charset="0"/>
                <a:cs typeface="Arial"/>
              </a:rPr>
              <a:t>pages/tutor/</a:t>
            </a:r>
            <a:r>
              <a:rPr sz="1600" b="1" spc="-10" dirty="0" err="1">
                <a:latin typeface="Aptos" panose="020B0004020202020204" pitchFamily="34" charset="0"/>
                <a:cs typeface="Arial"/>
              </a:rPr>
              <a:t>ResourceLibrary.jsx</a:t>
            </a:r>
            <a:r>
              <a:rPr sz="1600" b="1" spc="55" dirty="0">
                <a:latin typeface="Aptos" panose="020B0004020202020204" pitchFamily="34" charset="0"/>
                <a:cs typeface="Arial"/>
              </a:rPr>
              <a:t> </a:t>
            </a:r>
            <a:r>
              <a:rPr lang="tr-TR" sz="1600" dirty="0">
                <a:latin typeface="Aptos" panose="020B0004020202020204" pitchFamily="34" charset="0"/>
                <a:cs typeface="Tahoma"/>
              </a:rPr>
              <a:t>–</a:t>
            </a:r>
            <a:r>
              <a:rPr sz="1600" spc="30" dirty="0">
                <a:latin typeface="Aptos" panose="020B0004020202020204" pitchFamily="34" charset="0"/>
                <a:cs typeface="Tahoma"/>
              </a:rPr>
              <a:t> </a:t>
            </a:r>
            <a:r>
              <a:rPr lang="tr-TR" sz="1600" dirty="0">
                <a:latin typeface="Aptos" panose="020B0004020202020204" pitchFamily="34" charset="0"/>
                <a:cs typeface="Tahoma"/>
              </a:rPr>
              <a:t>Resource Management</a:t>
            </a: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44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944"/>
              </a:spcBef>
              <a:buSzPct val="90909"/>
              <a:tabLst>
                <a:tab pos="469265" algn="l"/>
              </a:tabLst>
            </a:pPr>
            <a:endParaRPr lang="tr-TR" sz="1600" spc="-10" dirty="0">
              <a:latin typeface="Aptos" panose="020B0004020202020204" pitchFamily="34" charset="0"/>
              <a:cs typeface="Tahoma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1FF333CF-FB50-E508-004F-DAC73CDCA9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754858"/>
            <a:ext cx="5685315" cy="2377440"/>
          </a:xfrm>
          <a:prstGeom prst="rect">
            <a:avLst/>
          </a:prstGeom>
        </p:spPr>
      </p:pic>
      <p:pic>
        <p:nvPicPr>
          <p:cNvPr id="5" name="Picture 88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3A6A61D-1DE5-4B0C-7DDC-2034E2ADD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29000"/>
            <a:ext cx="5685314" cy="291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65958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9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35F2C1C-C122-AF0C-3B62-F12F60176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137" y="693019"/>
            <a:ext cx="7186864" cy="509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4121C366-27DC-E44B-7B34-30BE81C710B4}"/>
              </a:ext>
            </a:extLst>
          </p:cNvPr>
          <p:cNvSpPr txBox="1"/>
          <p:nvPr/>
        </p:nvSpPr>
        <p:spPr>
          <a:xfrm>
            <a:off x="435769" y="516664"/>
            <a:ext cx="4479132" cy="5347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944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800" spc="-10" dirty="0">
              <a:latin typeface="Aptos" panose="020B0004020202020204" pitchFamily="34" charset="0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r-TR" b="1" dirty="0" err="1">
                <a:cs typeface="Arial"/>
              </a:rPr>
              <a:t>Tutor</a:t>
            </a:r>
            <a:r>
              <a:rPr lang="tr-TR" b="1" dirty="0">
                <a:cs typeface="Arial"/>
              </a:rPr>
              <a:t> </a:t>
            </a:r>
            <a:r>
              <a:rPr lang="tr-TR" b="1" dirty="0" err="1">
                <a:cs typeface="Arial"/>
              </a:rPr>
              <a:t>Pages</a:t>
            </a:r>
            <a:endParaRPr lang="tr-TR" b="1" spc="-10" dirty="0"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944"/>
              </a:spcBef>
              <a:buSzPct val="90909"/>
              <a:tabLst>
                <a:tab pos="469265" algn="l"/>
              </a:tabLst>
            </a:pPr>
            <a:endParaRPr lang="tr-TR" sz="1600" dirty="0">
              <a:latin typeface="Aptos" panose="020B0004020202020204" pitchFamily="34" charset="0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944"/>
              </a:spcBef>
              <a:buSzPct val="90909"/>
              <a:tabLst>
                <a:tab pos="469265" algn="l"/>
              </a:tabLst>
            </a:pPr>
            <a:endParaRPr lang="tr-TR" sz="1600" dirty="0">
              <a:latin typeface="Aptos" panose="020B0004020202020204" pitchFamily="34" charset="0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944"/>
              </a:spcBef>
              <a:buSzPct val="90909"/>
              <a:tabLst>
                <a:tab pos="469265" algn="l"/>
              </a:tabLst>
            </a:pPr>
            <a:endParaRPr lang="tr-TR" sz="1600" dirty="0">
              <a:latin typeface="Aptos" panose="020B0004020202020204" pitchFamily="34" charset="0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944"/>
              </a:spcBef>
              <a:buSzPct val="90909"/>
              <a:tabLst>
                <a:tab pos="469265" algn="l"/>
              </a:tabLst>
            </a:pPr>
            <a:endParaRPr lang="tr-TR" sz="160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lang="tr-TR" sz="1600" b="1" spc="-10" dirty="0" err="1">
                <a:latin typeface="Aptos" panose="020B0004020202020204" pitchFamily="34" charset="0"/>
                <a:cs typeface="Arial"/>
              </a:rPr>
              <a:t>pages</a:t>
            </a:r>
            <a:r>
              <a:rPr lang="tr-TR" sz="1600" b="1" spc="-10" dirty="0">
                <a:latin typeface="Aptos" panose="020B0004020202020204" pitchFamily="34" charset="0"/>
                <a:cs typeface="Arial"/>
              </a:rPr>
              <a:t>/</a:t>
            </a:r>
            <a:r>
              <a:rPr lang="tr-TR" sz="1600" b="1" spc="-10" dirty="0" err="1">
                <a:latin typeface="Aptos" panose="020B0004020202020204" pitchFamily="34" charset="0"/>
                <a:cs typeface="Arial"/>
              </a:rPr>
              <a:t>tutor</a:t>
            </a:r>
            <a:r>
              <a:rPr lang="tr-TR" sz="1600" b="1" spc="-10" dirty="0">
                <a:latin typeface="Aptos" panose="020B0004020202020204" pitchFamily="34" charset="0"/>
                <a:cs typeface="Arial"/>
              </a:rPr>
              <a:t>/</a:t>
            </a:r>
            <a:r>
              <a:rPr lang="tr-TR" sz="1600" b="1" spc="-10" dirty="0" err="1">
                <a:latin typeface="Aptos" panose="020B0004020202020204" pitchFamily="34" charset="0"/>
                <a:cs typeface="Arial"/>
              </a:rPr>
              <a:t>ProgressTracking.jsx</a:t>
            </a:r>
            <a:r>
              <a:rPr lang="tr-TR" sz="1600" b="1" spc="50" dirty="0">
                <a:latin typeface="Aptos" panose="020B0004020202020204" pitchFamily="34" charset="0"/>
                <a:cs typeface="Arial"/>
              </a:rPr>
              <a:t> </a:t>
            </a:r>
          </a:p>
          <a:p>
            <a:pPr marL="241300">
              <a:lnSpc>
                <a:spcPct val="100000"/>
              </a:lnSpc>
              <a:spcBef>
                <a:spcPts val="950"/>
              </a:spcBef>
              <a:buSzPct val="90909"/>
              <a:tabLst>
                <a:tab pos="469265" algn="l"/>
              </a:tabLst>
            </a:pPr>
            <a:r>
              <a:rPr lang="tr-TR" sz="1600" dirty="0">
                <a:latin typeface="Aptos" panose="020B0004020202020204" pitchFamily="34" charset="0"/>
                <a:cs typeface="Tahoma"/>
              </a:rPr>
              <a:t>-</a:t>
            </a:r>
            <a:r>
              <a:rPr lang="tr-TR" sz="1600" spc="-10" dirty="0" err="1">
                <a:latin typeface="Aptos" panose="020B0004020202020204" pitchFamily="34" charset="0"/>
                <a:cs typeface="Arial"/>
              </a:rPr>
              <a:t>Progress</a:t>
            </a:r>
            <a:r>
              <a:rPr lang="tr-TR" sz="1600" spc="-10" dirty="0">
                <a:latin typeface="Aptos" panose="020B0004020202020204" pitchFamily="34" charset="0"/>
                <a:cs typeface="Arial"/>
              </a:rPr>
              <a:t> </a:t>
            </a:r>
            <a:r>
              <a:rPr lang="tr-TR" sz="1600" spc="-10" dirty="0" err="1">
                <a:latin typeface="Aptos" panose="020B0004020202020204" pitchFamily="34" charset="0"/>
                <a:cs typeface="Arial"/>
              </a:rPr>
              <a:t>Tracking</a:t>
            </a: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spc="-1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endParaRPr lang="tr-TR" sz="1600" dirty="0">
              <a:latin typeface="Aptos" panose="020B0004020202020204" pitchFamily="34" charset="0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950"/>
              </a:spcBef>
              <a:buSzPct val="90909"/>
              <a:tabLst>
                <a:tab pos="469265" algn="l"/>
              </a:tabLst>
            </a:pPr>
            <a:endParaRPr lang="tr-TR" sz="160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lang="tr-TR" sz="1600" b="1" dirty="0" err="1">
                <a:latin typeface="Aptos" panose="020B0004020202020204" pitchFamily="34" charset="0"/>
                <a:cs typeface="Arial"/>
              </a:rPr>
              <a:t>pages</a:t>
            </a:r>
            <a:r>
              <a:rPr lang="tr-TR" sz="1600" b="1" dirty="0">
                <a:latin typeface="Aptos" panose="020B0004020202020204" pitchFamily="34" charset="0"/>
                <a:cs typeface="Arial"/>
              </a:rPr>
              <a:t>/</a:t>
            </a:r>
            <a:r>
              <a:rPr lang="tr-TR" sz="1600" b="1" dirty="0" err="1">
                <a:latin typeface="Aptos" panose="020B0004020202020204" pitchFamily="34" charset="0"/>
                <a:cs typeface="Arial"/>
              </a:rPr>
              <a:t>tutor</a:t>
            </a:r>
            <a:r>
              <a:rPr lang="tr-TR" sz="1600" b="1" dirty="0">
                <a:latin typeface="Aptos" panose="020B0004020202020204" pitchFamily="34" charset="0"/>
                <a:cs typeface="Arial"/>
              </a:rPr>
              <a:t>/</a:t>
            </a:r>
            <a:r>
              <a:rPr lang="tr-TR" sz="1600" b="1" dirty="0" err="1">
                <a:latin typeface="Aptos" panose="020B0004020202020204" pitchFamily="34" charset="0"/>
                <a:cs typeface="Arial"/>
              </a:rPr>
              <a:t>Payments.jsx</a:t>
            </a:r>
            <a:r>
              <a:rPr lang="tr-TR" sz="1600" b="1" spc="25" dirty="0">
                <a:latin typeface="Aptos" panose="020B0004020202020204" pitchFamily="34" charset="0"/>
                <a:cs typeface="Arial"/>
              </a:rPr>
              <a:t> </a:t>
            </a:r>
            <a:r>
              <a:rPr lang="tr-TR" sz="1600" dirty="0">
                <a:latin typeface="Aptos" panose="020B0004020202020204" pitchFamily="34" charset="0"/>
                <a:cs typeface="Tahoma"/>
              </a:rPr>
              <a:t>–</a:t>
            </a:r>
            <a:r>
              <a:rPr lang="tr-TR" sz="1600" spc="-20" dirty="0">
                <a:latin typeface="Aptos" panose="020B0004020202020204" pitchFamily="34" charset="0"/>
                <a:cs typeface="Tahoma"/>
              </a:rPr>
              <a:t> </a:t>
            </a:r>
            <a:r>
              <a:rPr lang="tr-TR" sz="1600" dirty="0" err="1">
                <a:latin typeface="Aptos" panose="020B0004020202020204" pitchFamily="34" charset="0"/>
                <a:cs typeface="Tahoma"/>
              </a:rPr>
              <a:t>Payment</a:t>
            </a:r>
            <a:r>
              <a:rPr lang="tr-TR" sz="1600" dirty="0">
                <a:latin typeface="Aptos" panose="020B0004020202020204" pitchFamily="34" charset="0"/>
                <a:cs typeface="Tahoma"/>
              </a:rPr>
              <a:t> </a:t>
            </a:r>
            <a:r>
              <a:rPr lang="tr-TR" sz="1600" dirty="0" err="1">
                <a:latin typeface="Aptos" panose="020B0004020202020204" pitchFamily="34" charset="0"/>
                <a:cs typeface="Tahoma"/>
              </a:rPr>
              <a:t>Tracking</a:t>
            </a:r>
            <a:r>
              <a:rPr lang="tr-TR" sz="1600" dirty="0">
                <a:latin typeface="Aptos" panose="020B0004020202020204" pitchFamily="34" charset="0"/>
                <a:cs typeface="Tahoma"/>
              </a:rPr>
              <a:t> (</a:t>
            </a:r>
            <a:r>
              <a:rPr lang="tr-TR" sz="1600" dirty="0">
                <a:cs typeface="Tahoma"/>
              </a:rPr>
              <a:t>Not </a:t>
            </a:r>
            <a:r>
              <a:rPr lang="tr-TR" sz="1600" dirty="0" err="1">
                <a:cs typeface="Tahoma"/>
              </a:rPr>
              <a:t>implemented</a:t>
            </a:r>
            <a:r>
              <a:rPr lang="tr-TR" sz="1600" dirty="0">
                <a:cs typeface="Tahoma"/>
              </a:rPr>
              <a:t> yet</a:t>
            </a:r>
            <a:r>
              <a:rPr lang="tr-TR" sz="1600" spc="-10" dirty="0">
                <a:latin typeface="Aptos" panose="020B0004020202020204" pitchFamily="34" charset="0"/>
                <a:cs typeface="Tahoma"/>
              </a:rPr>
              <a:t>)</a:t>
            </a:r>
            <a:endParaRPr lang="tr-TR" sz="1600" dirty="0">
              <a:latin typeface="Aptos" panose="020B0004020202020204" pitchFamily="34" charset="0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64321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E860F6CA-E37D-2E5A-390E-800E88C837AB}"/>
              </a:ext>
            </a:extLst>
          </p:cNvPr>
          <p:cNvSpPr txBox="1"/>
          <p:nvPr/>
        </p:nvSpPr>
        <p:spPr>
          <a:xfrm>
            <a:off x="1590366" y="1090043"/>
            <a:ext cx="6689239" cy="21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r-TR" b="1" dirty="0">
                <a:latin typeface="Aptos" panose="020B0004020202020204" pitchFamily="34" charset="0"/>
                <a:cs typeface="Arial"/>
              </a:rPr>
              <a:t>Admin</a:t>
            </a:r>
            <a:r>
              <a:rPr lang="tr-TR" b="1" spc="10" dirty="0">
                <a:latin typeface="Aptos" panose="020B0004020202020204" pitchFamily="34" charset="0"/>
                <a:cs typeface="Arial"/>
              </a:rPr>
              <a:t> </a:t>
            </a:r>
            <a:r>
              <a:rPr lang="tr-TR" b="1" dirty="0" err="1">
                <a:latin typeface="Aptos" panose="020B0004020202020204" pitchFamily="34" charset="0"/>
                <a:cs typeface="Arial"/>
              </a:rPr>
              <a:t>Pages</a:t>
            </a:r>
            <a:r>
              <a:rPr lang="tr-TR" b="1" spc="15" dirty="0">
                <a:latin typeface="Aptos" panose="020B0004020202020204" pitchFamily="34" charset="0"/>
                <a:cs typeface="Arial"/>
              </a:rPr>
              <a:t> </a:t>
            </a:r>
            <a:r>
              <a:rPr lang="tr-TR" dirty="0">
                <a:latin typeface="Aptos" panose="020B0004020202020204" pitchFamily="34" charset="0"/>
                <a:cs typeface="Tahoma"/>
              </a:rPr>
              <a:t>(</a:t>
            </a:r>
            <a:r>
              <a:rPr lang="tr-TR" dirty="0">
                <a:cs typeface="Tahoma"/>
              </a:rPr>
              <a:t>Not </a:t>
            </a:r>
            <a:r>
              <a:rPr lang="tr-TR" dirty="0" err="1">
                <a:cs typeface="Tahoma"/>
              </a:rPr>
              <a:t>implemented</a:t>
            </a:r>
            <a:r>
              <a:rPr lang="tr-TR" dirty="0">
                <a:cs typeface="Tahoma"/>
              </a:rPr>
              <a:t> yet</a:t>
            </a:r>
            <a:r>
              <a:rPr lang="tr-TR" spc="-10" dirty="0">
                <a:latin typeface="Aptos" panose="020B0004020202020204" pitchFamily="34" charset="0"/>
                <a:cs typeface="Tahoma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tr-TR" sz="160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lang="tr-TR" sz="1600" b="1" spc="-10" dirty="0" err="1">
                <a:latin typeface="Aptos" panose="020B0004020202020204" pitchFamily="34" charset="0"/>
                <a:cs typeface="Arial"/>
              </a:rPr>
              <a:t>pages</a:t>
            </a:r>
            <a:r>
              <a:rPr lang="tr-TR" sz="1600" b="1" spc="-10" dirty="0">
                <a:latin typeface="Aptos" panose="020B0004020202020204" pitchFamily="34" charset="0"/>
                <a:cs typeface="Arial"/>
              </a:rPr>
              <a:t>/admin/</a:t>
            </a:r>
            <a:r>
              <a:rPr lang="tr-TR" sz="1600" b="1" spc="-10" dirty="0" err="1">
                <a:latin typeface="Aptos" panose="020B0004020202020204" pitchFamily="34" charset="0"/>
                <a:cs typeface="Arial"/>
              </a:rPr>
              <a:t>Home.jsx</a:t>
            </a:r>
            <a:r>
              <a:rPr lang="tr-TR" sz="1600" b="1" spc="55" dirty="0">
                <a:latin typeface="Aptos" panose="020B0004020202020204" pitchFamily="34" charset="0"/>
                <a:cs typeface="Arial"/>
              </a:rPr>
              <a:t> </a:t>
            </a:r>
            <a:r>
              <a:rPr lang="tr-TR" sz="1600" dirty="0">
                <a:latin typeface="Aptos" panose="020B0004020202020204" pitchFamily="34" charset="0"/>
                <a:cs typeface="Tahoma"/>
              </a:rPr>
              <a:t>–</a:t>
            </a:r>
            <a:r>
              <a:rPr lang="tr-TR" sz="1600" spc="40" dirty="0">
                <a:latin typeface="Aptos" panose="020B0004020202020204" pitchFamily="34" charset="0"/>
                <a:cs typeface="Tahoma"/>
              </a:rPr>
              <a:t> </a:t>
            </a:r>
            <a:r>
              <a:rPr lang="tr-TR" sz="1600" dirty="0" err="1">
                <a:latin typeface="Aptos" panose="020B0004020202020204" pitchFamily="34" charset="0"/>
                <a:cs typeface="Tahoma"/>
              </a:rPr>
              <a:t>System</a:t>
            </a:r>
            <a:r>
              <a:rPr lang="tr-TR" sz="1600" dirty="0">
                <a:latin typeface="Aptos" panose="020B0004020202020204" pitchFamily="34" charset="0"/>
                <a:cs typeface="Tahoma"/>
              </a:rPr>
              <a:t> </a:t>
            </a:r>
            <a:r>
              <a:rPr lang="tr-TR" sz="1600" dirty="0" err="1">
                <a:latin typeface="Aptos" panose="020B0004020202020204" pitchFamily="34" charset="0"/>
                <a:cs typeface="Tahoma"/>
              </a:rPr>
              <a:t>Summary</a:t>
            </a:r>
            <a:endParaRPr lang="tr-TR" sz="160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lang="tr-TR" sz="1600" b="1" spc="-10" dirty="0" err="1">
                <a:latin typeface="Aptos" panose="020B0004020202020204" pitchFamily="34" charset="0"/>
                <a:cs typeface="Arial"/>
              </a:rPr>
              <a:t>pages</a:t>
            </a:r>
            <a:r>
              <a:rPr lang="tr-TR" sz="1600" b="1" spc="-10" dirty="0">
                <a:latin typeface="Aptos" panose="020B0004020202020204" pitchFamily="34" charset="0"/>
                <a:cs typeface="Arial"/>
              </a:rPr>
              <a:t>/admin/</a:t>
            </a:r>
            <a:r>
              <a:rPr lang="tr-TR" sz="1600" b="1" spc="-10" dirty="0" err="1">
                <a:latin typeface="Aptos" panose="020B0004020202020204" pitchFamily="34" charset="0"/>
                <a:cs typeface="Arial"/>
              </a:rPr>
              <a:t>UserManagement.jsx</a:t>
            </a:r>
            <a:r>
              <a:rPr lang="tr-TR" sz="1600" b="1" spc="120" dirty="0">
                <a:latin typeface="Aptos" panose="020B0004020202020204" pitchFamily="34" charset="0"/>
                <a:cs typeface="Arial"/>
              </a:rPr>
              <a:t> </a:t>
            </a:r>
            <a:r>
              <a:rPr lang="tr-TR" sz="1600" dirty="0">
                <a:latin typeface="Aptos" panose="020B0004020202020204" pitchFamily="34" charset="0"/>
                <a:cs typeface="Tahoma"/>
              </a:rPr>
              <a:t>–</a:t>
            </a:r>
            <a:r>
              <a:rPr lang="tr-TR" sz="1600" spc="80" dirty="0">
                <a:latin typeface="Aptos" panose="020B0004020202020204" pitchFamily="34" charset="0"/>
                <a:cs typeface="Tahoma"/>
              </a:rPr>
              <a:t> </a:t>
            </a:r>
            <a:r>
              <a:rPr lang="tr-TR" sz="1600" dirty="0">
                <a:latin typeface="Aptos" panose="020B0004020202020204" pitchFamily="34" charset="0"/>
                <a:cs typeface="Tahoma"/>
              </a:rPr>
              <a:t>User Management</a:t>
            </a: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lang="tr-TR" sz="1600" b="1" spc="-10" dirty="0" err="1">
                <a:latin typeface="Aptos" panose="020B0004020202020204" pitchFamily="34" charset="0"/>
                <a:cs typeface="Arial"/>
              </a:rPr>
              <a:t>pages</a:t>
            </a:r>
            <a:r>
              <a:rPr lang="tr-TR" sz="1600" b="1" spc="-10" dirty="0">
                <a:latin typeface="Aptos" panose="020B0004020202020204" pitchFamily="34" charset="0"/>
                <a:cs typeface="Arial"/>
              </a:rPr>
              <a:t>/admin/</a:t>
            </a:r>
            <a:r>
              <a:rPr lang="tr-TR" sz="1600" b="1" spc="-10" dirty="0" err="1">
                <a:latin typeface="Aptos" panose="020B0004020202020204" pitchFamily="34" charset="0"/>
                <a:cs typeface="Arial"/>
              </a:rPr>
              <a:t>SystemSettings.jsx</a:t>
            </a:r>
            <a:r>
              <a:rPr lang="tr-TR" sz="1600" b="1" spc="80" dirty="0">
                <a:latin typeface="Aptos" panose="020B0004020202020204" pitchFamily="34" charset="0"/>
                <a:cs typeface="Arial"/>
              </a:rPr>
              <a:t> </a:t>
            </a:r>
            <a:r>
              <a:rPr lang="tr-TR" sz="1600" dirty="0">
                <a:latin typeface="Aptos" panose="020B0004020202020204" pitchFamily="34" charset="0"/>
                <a:cs typeface="Tahoma"/>
              </a:rPr>
              <a:t>–</a:t>
            </a:r>
            <a:r>
              <a:rPr lang="tr-TR" sz="1600" spc="60" dirty="0">
                <a:latin typeface="Aptos" panose="020B0004020202020204" pitchFamily="34" charset="0"/>
                <a:cs typeface="Tahoma"/>
              </a:rPr>
              <a:t> </a:t>
            </a:r>
            <a:r>
              <a:rPr lang="tr-TR" sz="1600" spc="60" dirty="0" err="1">
                <a:latin typeface="Aptos" panose="020B0004020202020204" pitchFamily="34" charset="0"/>
                <a:cs typeface="Tahoma"/>
              </a:rPr>
              <a:t>System</a:t>
            </a:r>
            <a:r>
              <a:rPr lang="tr-TR" sz="1600" spc="60" dirty="0">
                <a:latin typeface="Aptos" panose="020B0004020202020204" pitchFamily="34" charset="0"/>
                <a:cs typeface="Tahoma"/>
              </a:rPr>
              <a:t> </a:t>
            </a:r>
            <a:r>
              <a:rPr lang="tr-TR" sz="1600" spc="60" dirty="0" err="1">
                <a:latin typeface="Aptos" panose="020B0004020202020204" pitchFamily="34" charset="0"/>
                <a:cs typeface="Tahoma"/>
              </a:rPr>
              <a:t>Settings</a:t>
            </a:r>
            <a:endParaRPr lang="tr-TR" sz="1600" dirty="0">
              <a:latin typeface="Aptos" panose="020B0004020202020204" pitchFamily="34" charset="0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lang="tr-TR" sz="1600" b="1" spc="-10" dirty="0" err="1">
                <a:latin typeface="Aptos" panose="020B0004020202020204" pitchFamily="34" charset="0"/>
                <a:cs typeface="Arial"/>
              </a:rPr>
              <a:t>pages</a:t>
            </a:r>
            <a:r>
              <a:rPr lang="tr-TR" sz="1600" b="1" spc="-10" dirty="0">
                <a:latin typeface="Aptos" panose="020B0004020202020204" pitchFamily="34" charset="0"/>
                <a:cs typeface="Arial"/>
              </a:rPr>
              <a:t>/admin/</a:t>
            </a:r>
            <a:r>
              <a:rPr lang="tr-TR" sz="1600" b="1" spc="-10" dirty="0" err="1">
                <a:latin typeface="Aptos" panose="020B0004020202020204" pitchFamily="34" charset="0"/>
                <a:cs typeface="Arial"/>
              </a:rPr>
              <a:t>AttendanceAlerts.jsx</a:t>
            </a:r>
            <a:r>
              <a:rPr lang="tr-TR" sz="1600" b="1" spc="145" dirty="0">
                <a:latin typeface="Aptos" panose="020B0004020202020204" pitchFamily="34" charset="0"/>
                <a:cs typeface="Arial"/>
              </a:rPr>
              <a:t> </a:t>
            </a:r>
            <a:r>
              <a:rPr lang="tr-TR" sz="1600" dirty="0">
                <a:latin typeface="Aptos" panose="020B0004020202020204" pitchFamily="34" charset="0"/>
                <a:cs typeface="Tahoma"/>
              </a:rPr>
              <a:t>-</a:t>
            </a:r>
            <a:r>
              <a:rPr lang="tr-TR" sz="1600" spc="100" dirty="0">
                <a:latin typeface="Aptos" panose="020B0004020202020204" pitchFamily="34" charset="0"/>
                <a:cs typeface="Tahoma"/>
              </a:rPr>
              <a:t> </a:t>
            </a:r>
            <a:r>
              <a:rPr lang="tr-TR" sz="1600" dirty="0" err="1">
                <a:latin typeface="Aptos" panose="020B0004020202020204" pitchFamily="34" charset="0"/>
                <a:cs typeface="Tahoma"/>
              </a:rPr>
              <a:t>Attendance</a:t>
            </a:r>
            <a:r>
              <a:rPr lang="tr-TR" sz="1600" spc="125" dirty="0">
                <a:latin typeface="Aptos" panose="020B0004020202020204" pitchFamily="34" charset="0"/>
                <a:cs typeface="Tahoma"/>
              </a:rPr>
              <a:t> </a:t>
            </a:r>
            <a:r>
              <a:rPr lang="tr-TR" sz="1600" spc="-10" dirty="0" err="1">
                <a:latin typeface="Aptos" panose="020B0004020202020204" pitchFamily="34" charset="0"/>
                <a:cs typeface="Tahoma"/>
              </a:rPr>
              <a:t>Notifications</a:t>
            </a:r>
            <a:endParaRPr lang="tr-TR" sz="1600" dirty="0">
              <a:latin typeface="Aptos" panose="020B0004020202020204" pitchFamily="34" charset="0"/>
              <a:cs typeface="Tahoma"/>
            </a:endParaRPr>
          </a:p>
        </p:txBody>
      </p:sp>
      <p:pic>
        <p:nvPicPr>
          <p:cNvPr id="6" name="object 18">
            <a:extLst>
              <a:ext uri="{FF2B5EF4-FFF2-40B4-BE49-F238E27FC236}">
                <a16:creationId xmlns:a16="http://schemas.microsoft.com/office/drawing/2014/main" id="{24AEEB80-89B9-537E-4DF8-4309302488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0367" y="3496766"/>
            <a:ext cx="9213295" cy="74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229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84AC8E8-2E25-94A3-61DC-2A7F6F48C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1800" b="1" dirty="0">
                <a:latin typeface="Aptos" panose="020B0004020202020204" pitchFamily="34" charset="0"/>
                <a:cs typeface="Arial"/>
              </a:rPr>
              <a:t>3.</a:t>
            </a:r>
            <a:r>
              <a:rPr lang="tr-TR" sz="1800" b="1" spc="110" dirty="0">
                <a:latin typeface="Aptos" panose="020B0004020202020204" pitchFamily="34" charset="0"/>
                <a:cs typeface="Arial"/>
              </a:rPr>
              <a:t> </a:t>
            </a:r>
            <a:r>
              <a:rPr lang="tr-TR" sz="1800" b="1" dirty="0"/>
              <a:t>Component </a:t>
            </a:r>
            <a:r>
              <a:rPr lang="tr-TR" sz="1800" b="1" dirty="0" err="1"/>
              <a:t>Hierarchy</a:t>
            </a:r>
            <a:br>
              <a:rPr lang="tr-TR" dirty="0">
                <a:latin typeface="Aptos" panose="020B0004020202020204" pitchFamily="34" charset="0"/>
                <a:cs typeface="Arial"/>
              </a:rPr>
            </a:br>
            <a:endParaRPr lang="tr-TR" dirty="0"/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7093CE74-72C5-AFC0-231E-7CC5B4CC919B}"/>
              </a:ext>
            </a:extLst>
          </p:cNvPr>
          <p:cNvSpPr txBox="1"/>
          <p:nvPr/>
        </p:nvSpPr>
        <p:spPr>
          <a:xfrm>
            <a:off x="965147" y="1480291"/>
            <a:ext cx="5466348" cy="3833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tr-TR" sz="1600" b="1" dirty="0" err="1"/>
              <a:t>Common</a:t>
            </a:r>
            <a:r>
              <a:rPr lang="tr-TR" sz="1600" b="1" dirty="0"/>
              <a:t> Components</a:t>
            </a:r>
            <a:r>
              <a:rPr lang="tr-TR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tr-TR" sz="16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Common</a:t>
            </a:r>
            <a:r>
              <a:rPr lang="tr-TR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endParaRPr lang="tr-T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tr-T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components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tr-T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common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MS Gothic" panose="020B0609070205080204" pitchFamily="49" charset="-128"/>
                <a:ea typeface="Aptos" panose="020B0004020202020204" pitchFamily="34" charset="0"/>
                <a:cs typeface="MS Gothic" panose="020B0609070205080204" pitchFamily="49" charset="-128"/>
              </a:rPr>
              <a:t>├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──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Alert.jsx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  </a:t>
            </a:r>
            <a:r>
              <a:rPr lang="tr-TR" sz="1600" dirty="0"/>
              <a:t># Notification </a:t>
            </a:r>
            <a:r>
              <a:rPr lang="tr-TR" sz="1600" dirty="0" err="1"/>
              <a:t>messages</a:t>
            </a:r>
            <a:endParaRPr lang="tr-T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MS Gothic" panose="020B0609070205080204" pitchFamily="49" charset="-128"/>
                <a:ea typeface="Aptos" panose="020B0004020202020204" pitchFamily="34" charset="0"/>
                <a:cs typeface="MS Gothic" panose="020B0609070205080204" pitchFamily="49" charset="-128"/>
              </a:rPr>
              <a:t>├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──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Loader.jsx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 #</a:t>
            </a:r>
            <a:r>
              <a:rPr lang="tr-TR" sz="1600" dirty="0"/>
              <a:t> </a:t>
            </a:r>
            <a:r>
              <a:rPr lang="tr-TR" sz="1600" dirty="0" err="1"/>
              <a:t>Loading</a:t>
            </a:r>
            <a:r>
              <a:rPr lang="tr-TR" sz="1600" dirty="0"/>
              <a:t> </a:t>
            </a:r>
            <a:r>
              <a:rPr lang="tr-TR" sz="1600" dirty="0" err="1"/>
              <a:t>animation</a:t>
            </a:r>
            <a:endParaRPr lang="tr-T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└── </a:t>
            </a:r>
            <a:r>
              <a:rPr lang="tr-T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Modal.jsx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  </a:t>
            </a:r>
            <a:r>
              <a:rPr lang="tr-TR" sz="1600" dirty="0"/>
              <a:t># Pop-</a:t>
            </a:r>
            <a:r>
              <a:rPr lang="tr-TR" sz="1600" dirty="0" err="1"/>
              <a:t>up</a:t>
            </a:r>
            <a:r>
              <a:rPr lang="tr-TR" sz="1600" dirty="0"/>
              <a:t> Windows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tr-TR" sz="1600" b="1" dirty="0" err="1"/>
              <a:t>Navigation</a:t>
            </a:r>
            <a:r>
              <a:rPr lang="tr-TR" sz="1600" b="1" dirty="0"/>
              <a:t> Components</a:t>
            </a:r>
            <a:endParaRPr lang="tr-T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tr-T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components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tr-T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navbar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MS Gothic" panose="020B0609070205080204" pitchFamily="49" charset="-128"/>
                <a:ea typeface="Aptos" panose="020B0004020202020204" pitchFamily="34" charset="0"/>
                <a:cs typeface="MS Gothic" panose="020B0609070205080204" pitchFamily="49" charset="-128"/>
              </a:rPr>
              <a:t>├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──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AdminNavbar.jsx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</a:t>
            </a:r>
            <a:r>
              <a:rPr lang="tr-TR" sz="1600" dirty="0"/>
              <a:t># Admin </a:t>
            </a:r>
            <a:r>
              <a:rPr lang="tr-TR" sz="1600" dirty="0" err="1"/>
              <a:t>navigation</a:t>
            </a:r>
            <a:endParaRPr lang="tr-T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MS Gothic" panose="020B0609070205080204" pitchFamily="49" charset="-128"/>
                <a:ea typeface="Aptos" panose="020B0004020202020204" pitchFamily="34" charset="0"/>
                <a:cs typeface="MS Gothic" panose="020B0609070205080204" pitchFamily="49" charset="-128"/>
              </a:rPr>
              <a:t>├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──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StudentNavbar.jsx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</a:t>
            </a:r>
            <a:r>
              <a:rPr lang="tr-TR" sz="1600" dirty="0"/>
              <a:t># </a:t>
            </a:r>
            <a:r>
              <a:rPr lang="tr-TR" sz="1600" dirty="0" err="1"/>
              <a:t>Student</a:t>
            </a:r>
            <a:r>
              <a:rPr lang="tr-TR" sz="1600" dirty="0"/>
              <a:t> </a:t>
            </a:r>
            <a:r>
              <a:rPr lang="tr-TR" sz="1600" dirty="0" err="1"/>
              <a:t>navigation</a:t>
            </a:r>
            <a:endParaRPr lang="tr-T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└── </a:t>
            </a:r>
            <a:r>
              <a:rPr lang="tr-T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TutorNavbar.jsx</a:t>
            </a:r>
            <a:r>
              <a:rPr lang="tr-T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</a:t>
            </a:r>
            <a:r>
              <a:rPr lang="tr-TR" sz="1600" dirty="0"/>
              <a:t># </a:t>
            </a:r>
            <a:r>
              <a:rPr lang="tr-TR" sz="1600" dirty="0" err="1"/>
              <a:t>Tutor</a:t>
            </a:r>
            <a:r>
              <a:rPr lang="tr-TR" sz="1600" dirty="0"/>
              <a:t> </a:t>
            </a:r>
            <a:r>
              <a:rPr lang="tr-TR" sz="1600" dirty="0" err="1"/>
              <a:t>navigation</a:t>
            </a:r>
            <a:endParaRPr lang="tr-T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id="{FB17E20F-1AA5-801E-A937-9571740E5D99}"/>
              </a:ext>
            </a:extLst>
          </p:cNvPr>
          <p:cNvSpPr txBox="1"/>
          <p:nvPr/>
        </p:nvSpPr>
        <p:spPr>
          <a:xfrm>
            <a:off x="6358783" y="2129786"/>
            <a:ext cx="4868070" cy="22107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tr-TR" sz="1600" b="1" dirty="0" err="1"/>
              <a:t>Student-Specific</a:t>
            </a:r>
            <a:r>
              <a:rPr lang="tr-TR" sz="1600" b="1" dirty="0"/>
              <a:t> Components</a:t>
            </a:r>
            <a:endParaRPr lang="tr-TR" sz="16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tr-TR" sz="16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components</a:t>
            </a:r>
            <a:r>
              <a:rPr lang="tr-TR" sz="16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tr-TR" sz="16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student</a:t>
            </a:r>
            <a:r>
              <a:rPr lang="tr-TR" sz="16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ea typeface="Aptos" panose="020B0004020202020204" pitchFamily="34" charset="0"/>
                <a:cs typeface="MS Gothic" panose="020B0609070205080204" pitchFamily="49" charset="-128"/>
              </a:rPr>
              <a:t>├</a:t>
            </a:r>
            <a:r>
              <a:rPr lang="tr-TR" sz="16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──</a:t>
            </a:r>
            <a:r>
              <a:rPr lang="tr-TR" sz="16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16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MiniAvailabilityGrid.jsx</a:t>
            </a:r>
            <a:r>
              <a:rPr lang="tr-TR" sz="16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  <a:r>
              <a:rPr lang="tr-TR" sz="1600" dirty="0"/>
              <a:t># </a:t>
            </a:r>
            <a:r>
              <a:rPr lang="tr-TR" sz="1600" dirty="0" err="1"/>
              <a:t>Availability</a:t>
            </a:r>
            <a:r>
              <a:rPr lang="tr-TR" sz="1600" dirty="0"/>
              <a:t> </a:t>
            </a:r>
            <a:r>
              <a:rPr lang="tr-TR" sz="1600" dirty="0" err="1"/>
              <a:t>calendar</a:t>
            </a:r>
            <a:endParaRPr lang="tr-TR" sz="16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ea typeface="Aptos" panose="020B0004020202020204" pitchFamily="34" charset="0"/>
                <a:cs typeface="MS Gothic" panose="020B0609070205080204" pitchFamily="49" charset="-128"/>
              </a:rPr>
              <a:t>├</a:t>
            </a:r>
            <a:r>
              <a:rPr lang="tr-TR" sz="16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──</a:t>
            </a:r>
            <a:r>
              <a:rPr lang="tr-TR" sz="16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16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RatingModal.jsx</a:t>
            </a:r>
            <a:r>
              <a:rPr lang="tr-TR" sz="16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            </a:t>
            </a:r>
            <a:r>
              <a:rPr lang="tr-TR" sz="1600" dirty="0"/>
              <a:t># Rating modal</a:t>
            </a:r>
            <a:endParaRPr lang="tr-TR" sz="16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ea typeface="Aptos" panose="020B0004020202020204" pitchFamily="34" charset="0"/>
                <a:cs typeface="MS Gothic" panose="020B0609070205080204" pitchFamily="49" charset="-128"/>
              </a:rPr>
              <a:t>├</a:t>
            </a:r>
            <a:r>
              <a:rPr lang="tr-TR" sz="1600" kern="1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──</a:t>
            </a:r>
            <a:r>
              <a:rPr lang="tr-TR" sz="16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16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ReservationTable.jsx</a:t>
            </a:r>
            <a:r>
              <a:rPr lang="tr-TR" sz="16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       </a:t>
            </a:r>
            <a:r>
              <a:rPr lang="tr-TR" sz="1600" dirty="0"/>
              <a:t># </a:t>
            </a:r>
            <a:r>
              <a:rPr lang="tr-TR" sz="1600" dirty="0" err="1"/>
              <a:t>Reservation</a:t>
            </a:r>
            <a:r>
              <a:rPr lang="tr-TR" sz="1600" dirty="0"/>
              <a:t> </a:t>
            </a:r>
            <a:r>
              <a:rPr lang="tr-TR" sz="1600" dirty="0" err="1"/>
              <a:t>table</a:t>
            </a:r>
            <a:endParaRPr lang="tr-TR" sz="16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tr-TR" sz="16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└── </a:t>
            </a:r>
            <a:r>
              <a:rPr lang="tr-TR" sz="16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SessionCard.jsx</a:t>
            </a:r>
            <a:r>
              <a:rPr lang="tr-TR" sz="16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            </a:t>
            </a:r>
            <a:r>
              <a:rPr lang="tr-TR" sz="1600" dirty="0"/>
              <a:t># </a:t>
            </a:r>
            <a:r>
              <a:rPr lang="tr-TR" sz="1600" dirty="0" err="1"/>
              <a:t>Lesson</a:t>
            </a:r>
            <a:r>
              <a:rPr lang="tr-TR" sz="1600" dirty="0"/>
              <a:t> </a:t>
            </a:r>
            <a:r>
              <a:rPr lang="tr-TR" sz="1600" dirty="0" err="1"/>
              <a:t>card</a:t>
            </a:r>
            <a:endParaRPr sz="1600" dirty="0"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3024873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DC016D97-076E-D69C-D375-9C69F2E182C4}"/>
              </a:ext>
            </a:extLst>
          </p:cNvPr>
          <p:cNvSpPr txBox="1"/>
          <p:nvPr/>
        </p:nvSpPr>
        <p:spPr>
          <a:xfrm>
            <a:off x="2441301" y="742367"/>
            <a:ext cx="7867356" cy="53732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tr-TR" b="1" dirty="0" err="1"/>
              <a:t>Tutor-Specific</a:t>
            </a:r>
            <a:r>
              <a:rPr lang="tr-TR" b="1" dirty="0"/>
              <a:t> Components</a:t>
            </a:r>
          </a:p>
          <a:p>
            <a:pPr marL="12700">
              <a:spcBef>
                <a:spcPts val="100"/>
              </a:spcBef>
            </a:pPr>
            <a:endParaRPr lang="en-US" sz="1600" spc="-10" dirty="0"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cs typeface="Tahoma"/>
              </a:rPr>
              <a:t>components/tutor/</a:t>
            </a:r>
            <a:endParaRPr sz="1600" dirty="0"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600" dirty="0">
                <a:cs typeface="MS Gothic"/>
              </a:rPr>
              <a:t>├</a:t>
            </a:r>
            <a:r>
              <a:rPr sz="1600" dirty="0">
                <a:cs typeface="Tahoma"/>
              </a:rPr>
              <a:t>──</a:t>
            </a:r>
            <a:r>
              <a:rPr sz="1600" spc="-50" dirty="0">
                <a:cs typeface="Tahoma"/>
              </a:rPr>
              <a:t> </a:t>
            </a:r>
            <a:r>
              <a:rPr sz="1600" spc="-10" dirty="0">
                <a:cs typeface="Tahoma"/>
              </a:rPr>
              <a:t>profile/</a:t>
            </a:r>
            <a:endParaRPr sz="1600" dirty="0"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  <a:tabLst>
                <a:tab pos="1879600" algn="l"/>
              </a:tabLst>
            </a:pPr>
            <a:r>
              <a:rPr sz="1600" dirty="0">
                <a:cs typeface="Tahoma"/>
              </a:rPr>
              <a:t>│</a:t>
            </a:r>
            <a:r>
              <a:rPr sz="1600" spc="80" dirty="0">
                <a:cs typeface="Tahoma"/>
              </a:rPr>
              <a:t>  </a:t>
            </a:r>
            <a:r>
              <a:rPr sz="1600" dirty="0">
                <a:cs typeface="MS Gothic"/>
              </a:rPr>
              <a:t>├</a:t>
            </a:r>
            <a:r>
              <a:rPr sz="1600" dirty="0">
                <a:cs typeface="Tahoma"/>
              </a:rPr>
              <a:t>──</a:t>
            </a:r>
            <a:r>
              <a:rPr sz="1600" spc="-55" dirty="0">
                <a:cs typeface="Tahoma"/>
              </a:rPr>
              <a:t> </a:t>
            </a:r>
            <a:r>
              <a:rPr sz="1600" spc="-10" dirty="0">
                <a:cs typeface="Tahoma"/>
              </a:rPr>
              <a:t>AvailabilityGrid.jsx</a:t>
            </a:r>
            <a:r>
              <a:rPr sz="1600" dirty="0">
                <a:cs typeface="Tahoma"/>
              </a:rPr>
              <a:t>	</a:t>
            </a:r>
            <a:r>
              <a:rPr sz="1600" spc="-200" dirty="0">
                <a:cs typeface="Tahoma"/>
              </a:rPr>
              <a:t>#</a:t>
            </a:r>
            <a:r>
              <a:rPr sz="1600" spc="-30" dirty="0">
                <a:cs typeface="Tahoma"/>
              </a:rPr>
              <a:t> </a:t>
            </a:r>
            <a:r>
              <a:rPr lang="tr-TR" sz="1600" dirty="0"/>
              <a:t>Set </a:t>
            </a:r>
            <a:r>
              <a:rPr lang="tr-TR" sz="1600" dirty="0" err="1"/>
              <a:t>availability</a:t>
            </a:r>
            <a:endParaRPr sz="1600" dirty="0"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1600" dirty="0">
                <a:cs typeface="Tahoma"/>
              </a:rPr>
              <a:t>│</a:t>
            </a:r>
            <a:r>
              <a:rPr sz="1600" spc="170" dirty="0">
                <a:cs typeface="Tahoma"/>
              </a:rPr>
              <a:t>  </a:t>
            </a:r>
            <a:r>
              <a:rPr sz="1600" dirty="0">
                <a:cs typeface="MS Gothic"/>
              </a:rPr>
              <a:t>├</a:t>
            </a:r>
            <a:r>
              <a:rPr sz="1600" dirty="0">
                <a:cs typeface="Tahoma"/>
              </a:rPr>
              <a:t>── </a:t>
            </a:r>
            <a:r>
              <a:rPr sz="1600" spc="-10" dirty="0" err="1">
                <a:cs typeface="Tahoma"/>
              </a:rPr>
              <a:t>ExpertiseTopicEditor.jsx</a:t>
            </a:r>
            <a:r>
              <a:rPr sz="1600" spc="-10" dirty="0">
                <a:cs typeface="Tahoma"/>
              </a:rPr>
              <a:t> </a:t>
            </a:r>
            <a:r>
              <a:rPr sz="1600" spc="-200" dirty="0">
                <a:cs typeface="Tahoma"/>
              </a:rPr>
              <a:t>#</a:t>
            </a:r>
            <a:r>
              <a:rPr sz="1600" dirty="0">
                <a:cs typeface="Tahoma"/>
              </a:rPr>
              <a:t> </a:t>
            </a:r>
            <a:r>
              <a:rPr lang="tr-TR" sz="1600" dirty="0" err="1"/>
              <a:t>Expertise</a:t>
            </a:r>
            <a:r>
              <a:rPr lang="tr-TR" sz="1600" dirty="0"/>
              <a:t> </a:t>
            </a:r>
            <a:r>
              <a:rPr lang="tr-TR" sz="1600" dirty="0" err="1"/>
              <a:t>areas</a:t>
            </a:r>
            <a:endParaRPr sz="1600" dirty="0"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  <a:tabLst>
                <a:tab pos="1974214" algn="l"/>
              </a:tabLst>
            </a:pPr>
            <a:r>
              <a:rPr sz="1600" dirty="0">
                <a:cs typeface="Tahoma"/>
              </a:rPr>
              <a:t>│</a:t>
            </a:r>
            <a:r>
              <a:rPr sz="1600" spc="85" dirty="0">
                <a:cs typeface="Tahoma"/>
              </a:rPr>
              <a:t>  </a:t>
            </a:r>
            <a:r>
              <a:rPr sz="1600" dirty="0">
                <a:cs typeface="Tahoma"/>
              </a:rPr>
              <a:t>└──</a:t>
            </a:r>
            <a:r>
              <a:rPr sz="1600" spc="-75" dirty="0">
                <a:cs typeface="Tahoma"/>
              </a:rPr>
              <a:t> </a:t>
            </a:r>
            <a:r>
              <a:rPr sz="1600" spc="-10" dirty="0" err="1">
                <a:cs typeface="Tahoma"/>
              </a:rPr>
              <a:t>LanguageEditor.jsx</a:t>
            </a:r>
            <a:r>
              <a:rPr sz="1600" dirty="0">
                <a:cs typeface="Tahoma"/>
              </a:rPr>
              <a:t>	</a:t>
            </a:r>
            <a:r>
              <a:rPr sz="1600" spc="-200" dirty="0">
                <a:cs typeface="Tahoma"/>
              </a:rPr>
              <a:t>#</a:t>
            </a:r>
            <a:r>
              <a:rPr sz="1600" spc="-40" dirty="0">
                <a:cs typeface="Tahoma"/>
              </a:rPr>
              <a:t> </a:t>
            </a:r>
            <a:r>
              <a:rPr lang="tr-TR" sz="1600" dirty="0" err="1">
                <a:cs typeface="Tahoma"/>
              </a:rPr>
              <a:t>Languages</a:t>
            </a:r>
            <a:r>
              <a:rPr lang="tr-TR" sz="1600" dirty="0">
                <a:cs typeface="Tahoma"/>
              </a:rPr>
              <a:t> </a:t>
            </a:r>
            <a:r>
              <a:rPr lang="tr-TR" sz="1600" dirty="0" err="1">
                <a:cs typeface="Tahoma"/>
              </a:rPr>
              <a:t>Settings</a:t>
            </a:r>
            <a:endParaRPr sz="1600" dirty="0"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600" dirty="0">
                <a:cs typeface="MS Gothic"/>
              </a:rPr>
              <a:t>├</a:t>
            </a:r>
            <a:r>
              <a:rPr sz="1600" dirty="0">
                <a:cs typeface="Tahoma"/>
              </a:rPr>
              <a:t>──</a:t>
            </a:r>
            <a:r>
              <a:rPr sz="1600" spc="-40" dirty="0">
                <a:cs typeface="Tahoma"/>
              </a:rPr>
              <a:t> </a:t>
            </a:r>
            <a:r>
              <a:rPr sz="1600" spc="-10" dirty="0">
                <a:cs typeface="Tahoma"/>
              </a:rPr>
              <a:t>resource/</a:t>
            </a:r>
            <a:endParaRPr sz="1600" dirty="0"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  <a:tabLst>
                <a:tab pos="2147570" algn="l"/>
              </a:tabLst>
            </a:pPr>
            <a:r>
              <a:rPr sz="1600" dirty="0">
                <a:cs typeface="Tahoma"/>
              </a:rPr>
              <a:t>│</a:t>
            </a:r>
            <a:r>
              <a:rPr sz="1600" spc="80" dirty="0">
                <a:cs typeface="Tahoma"/>
              </a:rPr>
              <a:t>  </a:t>
            </a:r>
            <a:r>
              <a:rPr sz="1600" dirty="0">
                <a:cs typeface="MS Gothic"/>
              </a:rPr>
              <a:t>├</a:t>
            </a:r>
            <a:r>
              <a:rPr sz="1600" dirty="0">
                <a:cs typeface="Tahoma"/>
              </a:rPr>
              <a:t>──</a:t>
            </a:r>
            <a:r>
              <a:rPr sz="1600" spc="-70" dirty="0">
                <a:cs typeface="Tahoma"/>
              </a:rPr>
              <a:t> </a:t>
            </a:r>
            <a:r>
              <a:rPr sz="1600" spc="-10" dirty="0">
                <a:cs typeface="Tahoma"/>
              </a:rPr>
              <a:t>GroupedByStudent.jsx</a:t>
            </a:r>
            <a:r>
              <a:rPr sz="1600" dirty="0">
                <a:cs typeface="Tahoma"/>
              </a:rPr>
              <a:t>	</a:t>
            </a:r>
            <a:r>
              <a:rPr sz="1600" spc="-200" dirty="0">
                <a:cs typeface="Tahoma"/>
              </a:rPr>
              <a:t>#</a:t>
            </a:r>
            <a:r>
              <a:rPr sz="1600" spc="-10" dirty="0">
                <a:cs typeface="Tahoma"/>
              </a:rPr>
              <a:t> </a:t>
            </a:r>
            <a:r>
              <a:rPr lang="tr-TR" sz="1600" dirty="0" err="1"/>
              <a:t>Group</a:t>
            </a:r>
            <a:r>
              <a:rPr lang="tr-TR" sz="1600" dirty="0"/>
              <a:t> </a:t>
            </a:r>
            <a:r>
              <a:rPr lang="tr-TR" sz="1600" dirty="0" err="1"/>
              <a:t>by</a:t>
            </a:r>
            <a:r>
              <a:rPr lang="tr-TR" sz="1600" dirty="0"/>
              <a:t> </a:t>
            </a:r>
            <a:r>
              <a:rPr lang="tr-TR" sz="1600" dirty="0" err="1"/>
              <a:t>student</a:t>
            </a:r>
            <a:endParaRPr lang="tr-TR" sz="1600" dirty="0"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  <a:tabLst>
                <a:tab pos="2006600" algn="l"/>
              </a:tabLst>
            </a:pPr>
            <a:r>
              <a:rPr lang="tr-TR" sz="1600" dirty="0">
                <a:cs typeface="Tahoma"/>
              </a:rPr>
              <a:t>│</a:t>
            </a:r>
            <a:r>
              <a:rPr lang="tr-TR" sz="1600" spc="80" dirty="0">
                <a:cs typeface="Tahoma"/>
              </a:rPr>
              <a:t>  </a:t>
            </a:r>
            <a:r>
              <a:rPr lang="tr-TR" sz="1600" dirty="0">
                <a:cs typeface="MS Gothic"/>
              </a:rPr>
              <a:t>├</a:t>
            </a:r>
            <a:r>
              <a:rPr lang="tr-TR" sz="1600" dirty="0">
                <a:cs typeface="Tahoma"/>
              </a:rPr>
              <a:t>──</a:t>
            </a:r>
            <a:r>
              <a:rPr lang="tr-TR" sz="1600" spc="-55" dirty="0">
                <a:cs typeface="Tahoma"/>
              </a:rPr>
              <a:t> </a:t>
            </a:r>
            <a:r>
              <a:rPr lang="tr-TR" sz="1600" spc="-10" dirty="0" err="1">
                <a:cs typeface="Tahoma"/>
              </a:rPr>
              <a:t>MyResources.jsx</a:t>
            </a:r>
            <a:r>
              <a:rPr lang="tr-TR" sz="1600" dirty="0">
                <a:cs typeface="Tahoma"/>
              </a:rPr>
              <a:t>	</a:t>
            </a:r>
            <a:r>
              <a:rPr lang="tr-TR" sz="1600" spc="-200" dirty="0">
                <a:cs typeface="Tahoma"/>
              </a:rPr>
              <a:t>#</a:t>
            </a:r>
            <a:r>
              <a:rPr lang="tr-TR" sz="1600" dirty="0">
                <a:cs typeface="Tahoma"/>
              </a:rPr>
              <a:t> My </a:t>
            </a:r>
            <a:r>
              <a:rPr lang="tr-TR" sz="1600" dirty="0" err="1">
                <a:cs typeface="Tahoma"/>
              </a:rPr>
              <a:t>Resources</a:t>
            </a:r>
            <a:endParaRPr lang="tr-TR" sz="1600" dirty="0"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  <a:tabLst>
                <a:tab pos="1995805" algn="l"/>
              </a:tabLst>
            </a:pPr>
            <a:r>
              <a:rPr sz="1600" dirty="0">
                <a:cs typeface="Tahoma"/>
              </a:rPr>
              <a:t>│</a:t>
            </a:r>
            <a:r>
              <a:rPr sz="1600" spc="85" dirty="0">
                <a:cs typeface="Tahoma"/>
              </a:rPr>
              <a:t>  </a:t>
            </a:r>
            <a:r>
              <a:rPr sz="1600" dirty="0">
                <a:cs typeface="Tahoma"/>
              </a:rPr>
              <a:t>└──</a:t>
            </a:r>
            <a:r>
              <a:rPr sz="1600" spc="-75" dirty="0">
                <a:cs typeface="Tahoma"/>
              </a:rPr>
              <a:t> </a:t>
            </a:r>
            <a:r>
              <a:rPr sz="1600" spc="-10" dirty="0">
                <a:cs typeface="Tahoma"/>
              </a:rPr>
              <a:t>ResourceForm.jsx</a:t>
            </a:r>
            <a:r>
              <a:rPr sz="1600" dirty="0">
                <a:cs typeface="Tahoma"/>
              </a:rPr>
              <a:t>	</a:t>
            </a:r>
            <a:r>
              <a:rPr sz="1600" spc="-200" dirty="0">
                <a:cs typeface="Tahoma"/>
              </a:rPr>
              <a:t>#</a:t>
            </a:r>
            <a:r>
              <a:rPr sz="1600" spc="25" dirty="0">
                <a:cs typeface="Tahoma"/>
              </a:rPr>
              <a:t> </a:t>
            </a:r>
            <a:r>
              <a:rPr lang="tr-TR" sz="1600" dirty="0"/>
              <a:t>Resource </a:t>
            </a:r>
            <a:r>
              <a:rPr lang="tr-TR" sz="1600" dirty="0" err="1"/>
              <a:t>upload</a:t>
            </a:r>
            <a:r>
              <a:rPr lang="tr-TR" sz="1600" dirty="0"/>
              <a:t> form</a:t>
            </a:r>
            <a:endParaRPr sz="1600" dirty="0"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600" dirty="0">
                <a:cs typeface="Tahoma"/>
              </a:rPr>
              <a:t>└──</a:t>
            </a:r>
            <a:r>
              <a:rPr sz="1600" spc="-45" dirty="0">
                <a:cs typeface="Tahoma"/>
              </a:rPr>
              <a:t> </a:t>
            </a:r>
            <a:r>
              <a:rPr sz="1600" spc="-10" dirty="0">
                <a:cs typeface="Tahoma"/>
              </a:rPr>
              <a:t>sessionBooking/</a:t>
            </a:r>
            <a:endParaRPr sz="1600" dirty="0">
              <a:cs typeface="Tahoma"/>
            </a:endParaRPr>
          </a:p>
          <a:p>
            <a:pPr marL="169545">
              <a:lnSpc>
                <a:spcPct val="100000"/>
              </a:lnSpc>
              <a:spcBef>
                <a:spcPts val="1020"/>
              </a:spcBef>
            </a:pPr>
            <a:r>
              <a:rPr sz="1600" dirty="0">
                <a:cs typeface="MS Gothic"/>
              </a:rPr>
              <a:t>├</a:t>
            </a:r>
            <a:r>
              <a:rPr sz="1600" dirty="0">
                <a:cs typeface="Tahoma"/>
              </a:rPr>
              <a:t>──</a:t>
            </a:r>
            <a:r>
              <a:rPr sz="1600" spc="100" dirty="0">
                <a:cs typeface="Tahoma"/>
              </a:rPr>
              <a:t> </a:t>
            </a:r>
            <a:r>
              <a:rPr sz="1600" dirty="0">
                <a:cs typeface="Tahoma"/>
              </a:rPr>
              <a:t>GroupedBySessionReservations.jsx</a:t>
            </a:r>
            <a:r>
              <a:rPr sz="1600" spc="120" dirty="0">
                <a:cs typeface="Tahoma"/>
              </a:rPr>
              <a:t>  </a:t>
            </a:r>
            <a:r>
              <a:rPr sz="1600" spc="-200" dirty="0">
                <a:cs typeface="Tahoma"/>
              </a:rPr>
              <a:t>#</a:t>
            </a:r>
            <a:r>
              <a:rPr sz="1600" spc="100" dirty="0">
                <a:cs typeface="Tahoma"/>
              </a:rPr>
              <a:t> </a:t>
            </a:r>
            <a:r>
              <a:rPr lang="tr-TR" sz="1600" dirty="0" err="1"/>
              <a:t>Reservation</a:t>
            </a:r>
            <a:r>
              <a:rPr lang="tr-TR" sz="1600" dirty="0"/>
              <a:t> </a:t>
            </a:r>
            <a:r>
              <a:rPr lang="tr-TR" sz="1600" dirty="0" err="1"/>
              <a:t>groups</a:t>
            </a:r>
            <a:endParaRPr sz="1600" dirty="0">
              <a:cs typeface="Tahoma"/>
            </a:endParaRPr>
          </a:p>
          <a:p>
            <a:pPr marL="169545">
              <a:lnSpc>
                <a:spcPct val="100000"/>
              </a:lnSpc>
              <a:spcBef>
                <a:spcPts val="1125"/>
              </a:spcBef>
              <a:tabLst>
                <a:tab pos="2410460" algn="l"/>
              </a:tabLst>
            </a:pPr>
            <a:r>
              <a:rPr sz="1600" dirty="0">
                <a:cs typeface="MS Gothic"/>
              </a:rPr>
              <a:t>├</a:t>
            </a:r>
            <a:r>
              <a:rPr sz="1600" dirty="0">
                <a:cs typeface="Tahoma"/>
              </a:rPr>
              <a:t>──</a:t>
            </a:r>
            <a:r>
              <a:rPr sz="1600" spc="-50" dirty="0">
                <a:cs typeface="Tahoma"/>
              </a:rPr>
              <a:t> </a:t>
            </a:r>
            <a:r>
              <a:rPr sz="1600" spc="-10" dirty="0">
                <a:cs typeface="Tahoma"/>
              </a:rPr>
              <a:t>SessionListByTutor.jsx</a:t>
            </a:r>
            <a:r>
              <a:rPr sz="1600" dirty="0">
                <a:cs typeface="Tahoma"/>
              </a:rPr>
              <a:t>	</a:t>
            </a:r>
            <a:r>
              <a:rPr sz="1600" spc="-200" dirty="0">
                <a:cs typeface="Tahoma"/>
              </a:rPr>
              <a:t>#</a:t>
            </a:r>
            <a:r>
              <a:rPr sz="1600" dirty="0">
                <a:cs typeface="Tahoma"/>
              </a:rPr>
              <a:t> </a:t>
            </a:r>
            <a:r>
              <a:rPr lang="tr-TR" sz="1600" dirty="0" err="1"/>
              <a:t>Session</a:t>
            </a:r>
            <a:r>
              <a:rPr lang="tr-TR" sz="1600" dirty="0"/>
              <a:t> </a:t>
            </a:r>
            <a:r>
              <a:rPr lang="tr-TR" sz="1600" dirty="0" err="1"/>
              <a:t>list</a:t>
            </a:r>
            <a:endParaRPr sz="1600" dirty="0">
              <a:cs typeface="Tahoma"/>
            </a:endParaRPr>
          </a:p>
          <a:p>
            <a:pPr marL="169545">
              <a:lnSpc>
                <a:spcPct val="100000"/>
              </a:lnSpc>
              <a:spcBef>
                <a:spcPts val="1055"/>
              </a:spcBef>
            </a:pPr>
            <a:r>
              <a:rPr sz="1600" dirty="0">
                <a:cs typeface="Tahoma"/>
              </a:rPr>
              <a:t>└──</a:t>
            </a:r>
            <a:r>
              <a:rPr sz="1600" spc="40" dirty="0">
                <a:cs typeface="Tahoma"/>
              </a:rPr>
              <a:t> </a:t>
            </a:r>
            <a:r>
              <a:rPr sz="1600" dirty="0">
                <a:cs typeface="Tahoma"/>
              </a:rPr>
              <a:t>SessionReservationEvaluation.jsx</a:t>
            </a:r>
            <a:r>
              <a:rPr sz="1600" spc="455" dirty="0">
                <a:cs typeface="Tahoma"/>
              </a:rPr>
              <a:t> </a:t>
            </a:r>
            <a:r>
              <a:rPr sz="1600" spc="-200" dirty="0">
                <a:cs typeface="Tahoma"/>
              </a:rPr>
              <a:t>#</a:t>
            </a:r>
            <a:r>
              <a:rPr sz="1600" spc="40" dirty="0">
                <a:cs typeface="Tahoma"/>
              </a:rPr>
              <a:t> </a:t>
            </a:r>
            <a:r>
              <a:rPr lang="tr-TR" sz="1600" dirty="0"/>
              <a:t>Evaluation form</a:t>
            </a:r>
            <a:endParaRPr sz="1600" dirty="0"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928938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4341385-5326-126D-D37F-112DC23F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153"/>
          </a:xfrm>
        </p:spPr>
        <p:txBody>
          <a:bodyPr>
            <a:noAutofit/>
          </a:bodyPr>
          <a:lstStyle/>
          <a:p>
            <a:br>
              <a:rPr lang="tr-TR" sz="1800" b="1" dirty="0">
                <a:latin typeface="+mn-lt"/>
                <a:cs typeface="Arial"/>
              </a:rPr>
            </a:br>
            <a:br>
              <a:rPr lang="tr-TR" sz="1800" b="1" dirty="0">
                <a:latin typeface="+mn-lt"/>
                <a:cs typeface="Arial"/>
              </a:rPr>
            </a:br>
            <a:r>
              <a:rPr lang="tr-TR" sz="1800" b="1" dirty="0">
                <a:latin typeface="+mn-lt"/>
                <a:cs typeface="Arial"/>
              </a:rPr>
              <a:t>4.Rol</a:t>
            </a:r>
            <a:r>
              <a:rPr lang="tr-TR" sz="1800" b="1" spc="-20" dirty="0">
                <a:latin typeface="+mn-lt"/>
                <a:cs typeface="Arial"/>
              </a:rPr>
              <a:t> </a:t>
            </a:r>
            <a:r>
              <a:rPr lang="tr-TR" sz="1800" b="1" dirty="0">
                <a:latin typeface="+mn-lt"/>
                <a:cs typeface="Arial"/>
              </a:rPr>
              <a:t>Bazlı</a:t>
            </a:r>
            <a:r>
              <a:rPr lang="tr-TR" sz="1800" b="1" spc="-40" dirty="0">
                <a:latin typeface="+mn-lt"/>
                <a:cs typeface="Arial"/>
              </a:rPr>
              <a:t> </a:t>
            </a:r>
            <a:r>
              <a:rPr lang="tr-TR" sz="1800" b="1" spc="-10" dirty="0">
                <a:latin typeface="+mn-lt"/>
                <a:cs typeface="Arial"/>
              </a:rPr>
              <a:t>Arayüzler</a:t>
            </a:r>
            <a:br>
              <a:rPr lang="tr-TR" sz="1800" dirty="0">
                <a:latin typeface="Arial"/>
                <a:cs typeface="Arial"/>
              </a:rPr>
            </a:br>
            <a:endParaRPr lang="tr-TR" sz="1800" dirty="0"/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91E3332C-CDC2-74BD-712A-EC8855FC36A9}"/>
              </a:ext>
            </a:extLst>
          </p:cNvPr>
          <p:cNvSpPr txBox="1"/>
          <p:nvPr/>
        </p:nvSpPr>
        <p:spPr>
          <a:xfrm>
            <a:off x="2725173" y="1545540"/>
            <a:ext cx="6218801" cy="386836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600" b="1" dirty="0"/>
              <a:t>Student Main Interface</a:t>
            </a:r>
            <a:endParaRPr lang="tr-TR" sz="1600" b="1" dirty="0"/>
          </a:p>
          <a:p>
            <a:pPr>
              <a:spcBef>
                <a:spcPts val="1200"/>
              </a:spcBef>
            </a:pPr>
            <a:endParaRPr lang="en-US" sz="1600" dirty="0"/>
          </a:p>
          <a:p>
            <a:pPr>
              <a:spcBef>
                <a:spcPts val="1200"/>
              </a:spcBef>
            </a:pPr>
            <a:r>
              <a:rPr lang="en-US" sz="1600" b="1" dirty="0"/>
              <a:t>Features: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b="1" dirty="0"/>
              <a:t>Dashboard</a:t>
            </a:r>
            <a:r>
              <a:rPr lang="en-US" sz="1600" dirty="0"/>
              <a:t> – Progress charts and summary insights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b="1" dirty="0"/>
              <a:t>Session Booking</a:t>
            </a:r>
            <a:r>
              <a:rPr lang="en-US" sz="1600" dirty="0"/>
              <a:t> – Select tutor and schedule session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b="1" dirty="0"/>
              <a:t>Resource Access</a:t>
            </a:r>
            <a:r>
              <a:rPr lang="en-US" sz="1600" dirty="0"/>
              <a:t> – Download PDFs, videos, and materials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b="1" dirty="0"/>
              <a:t>Skill Assessment</a:t>
            </a:r>
            <a:r>
              <a:rPr lang="en-US" sz="1600" dirty="0"/>
              <a:t> – Personalized evaluations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b="1" dirty="0"/>
              <a:t>Payment System</a:t>
            </a:r>
            <a:r>
              <a:rPr lang="en-US" sz="1600" dirty="0"/>
              <a:t> – Secure payment transactions</a:t>
            </a:r>
            <a:endParaRPr lang="tr-TR" sz="1600" dirty="0"/>
          </a:p>
          <a:p>
            <a:pPr>
              <a:spcBef>
                <a:spcPts val="1200"/>
              </a:spcBef>
            </a:pPr>
            <a:endParaRPr lang="en-US" sz="1600" dirty="0"/>
          </a:p>
          <a:p>
            <a:pPr>
              <a:spcBef>
                <a:spcPts val="1200"/>
              </a:spcBef>
            </a:pPr>
            <a:r>
              <a:rPr lang="en-US" sz="1600" b="1" dirty="0"/>
              <a:t>Design Principles:</a:t>
            </a:r>
            <a:br>
              <a:rPr lang="en-US" sz="1600" dirty="0"/>
            </a:br>
            <a:r>
              <a:rPr lang="en-US" sz="1600" dirty="0"/>
              <a:t>• Simple and user-friendly interface</a:t>
            </a:r>
            <a:br>
              <a:rPr lang="en-US" sz="1600" dirty="0"/>
            </a:br>
            <a:r>
              <a:rPr lang="en-US" sz="1600" dirty="0"/>
              <a:t>• Visual feedback (progress bars, badges)</a:t>
            </a: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1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526905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D0597F1E-DBC6-7632-DE5C-6AE2E7E419E9}"/>
              </a:ext>
            </a:extLst>
          </p:cNvPr>
          <p:cNvSpPr txBox="1"/>
          <p:nvPr/>
        </p:nvSpPr>
        <p:spPr>
          <a:xfrm>
            <a:off x="707231" y="1241291"/>
            <a:ext cx="5643563" cy="37138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600" b="1" dirty="0"/>
              <a:t>Tutor Interface</a:t>
            </a:r>
            <a:endParaRPr lang="en-US" sz="1600" dirty="0"/>
          </a:p>
          <a:p>
            <a:pPr>
              <a:spcBef>
                <a:spcPts val="1200"/>
              </a:spcBef>
            </a:pPr>
            <a:r>
              <a:rPr lang="en-US" sz="1600" b="1" dirty="0"/>
              <a:t>Key Features: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b="1" dirty="0"/>
              <a:t>Student Management</a:t>
            </a:r>
            <a:r>
              <a:rPr lang="en-US" sz="1600" dirty="0"/>
              <a:t> – Assigned students and their details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b="1" dirty="0"/>
              <a:t>Resource Management</a:t>
            </a:r>
            <a:r>
              <a:rPr lang="en-US" sz="1600" dirty="0"/>
              <a:t> – Materials and assignments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b="1" dirty="0"/>
              <a:t>Availability Setup</a:t>
            </a:r>
            <a:r>
              <a:rPr lang="en-US" sz="1600" dirty="0"/>
              <a:t> – Flexible scheduling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b="1" dirty="0"/>
              <a:t>Progress Tracking</a:t>
            </a:r>
            <a:r>
              <a:rPr lang="en-US" sz="1600" dirty="0"/>
              <a:t> – Student performance reports</a:t>
            </a:r>
            <a:br>
              <a:rPr lang="en-US" sz="1600" dirty="0"/>
            </a:br>
            <a:r>
              <a:rPr lang="en-US" sz="1600" dirty="0"/>
              <a:t>• </a:t>
            </a:r>
            <a:r>
              <a:rPr lang="en-US" sz="1600" b="1" dirty="0"/>
              <a:t>Income Tracking</a:t>
            </a:r>
            <a:r>
              <a:rPr lang="en-US" sz="1600" dirty="0"/>
              <a:t> – Payment and earning reports</a:t>
            </a:r>
            <a:endParaRPr lang="tr-TR" sz="1600" dirty="0"/>
          </a:p>
          <a:p>
            <a:pPr>
              <a:spcBef>
                <a:spcPts val="1200"/>
              </a:spcBef>
            </a:pPr>
            <a:endParaRPr lang="en-US" sz="1600" dirty="0"/>
          </a:p>
          <a:p>
            <a:pPr>
              <a:spcBef>
                <a:spcPts val="1200"/>
              </a:spcBef>
            </a:pPr>
            <a:r>
              <a:rPr lang="en-US" sz="1600" b="1" dirty="0"/>
              <a:t>Design Principles:</a:t>
            </a:r>
            <a:br>
              <a:rPr lang="en-US" sz="1600" dirty="0"/>
            </a:br>
            <a:r>
              <a:rPr lang="en-US" sz="1600" dirty="0"/>
              <a:t>• Productivity-focused layout</a:t>
            </a:r>
            <a:br>
              <a:rPr lang="en-US" sz="1600" dirty="0"/>
            </a:br>
            <a:r>
              <a:rPr lang="en-US" sz="1600" dirty="0"/>
              <a:t>• Multitasking capability</a:t>
            </a:r>
            <a:br>
              <a:rPr lang="en-US" sz="1600" dirty="0"/>
            </a:br>
            <a:r>
              <a:rPr lang="en-US" sz="1600" dirty="0"/>
              <a:t>• Detailed analytical views</a:t>
            </a:r>
          </a:p>
          <a:p>
            <a:pPr>
              <a:lnSpc>
                <a:spcPct val="100000"/>
              </a:lnSpc>
              <a:spcBef>
                <a:spcPts val="930"/>
              </a:spcBef>
              <a:buFont typeface="Symbol"/>
              <a:buChar char=""/>
            </a:pP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23CD40E7-A892-E50A-8947-40D0170549AC}"/>
              </a:ext>
            </a:extLst>
          </p:cNvPr>
          <p:cNvSpPr txBox="1"/>
          <p:nvPr/>
        </p:nvSpPr>
        <p:spPr>
          <a:xfrm>
            <a:off x="6736707" y="1241291"/>
            <a:ext cx="5314799" cy="3182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200"/>
              </a:spcBef>
            </a:pPr>
            <a:r>
              <a:rPr lang="tr-TR" sz="1600" b="1" dirty="0"/>
              <a:t>Admin </a:t>
            </a:r>
            <a:r>
              <a:rPr lang="tr-TR" sz="1600" b="1" dirty="0" err="1"/>
              <a:t>Interface</a:t>
            </a:r>
            <a:endParaRPr lang="tr-TR" sz="1600" dirty="0"/>
          </a:p>
          <a:p>
            <a:pPr>
              <a:spcBef>
                <a:spcPts val="1200"/>
              </a:spcBef>
            </a:pPr>
            <a:r>
              <a:rPr lang="tr-TR" sz="1600" b="1" dirty="0" err="1"/>
              <a:t>Key</a:t>
            </a:r>
            <a:r>
              <a:rPr lang="tr-TR" sz="1600" b="1" dirty="0"/>
              <a:t> </a:t>
            </a:r>
            <a:r>
              <a:rPr lang="tr-TR" sz="1600" b="1" dirty="0" err="1"/>
              <a:t>Features</a:t>
            </a:r>
            <a:r>
              <a:rPr lang="tr-TR" sz="1600" b="1" dirty="0"/>
              <a:t>:</a:t>
            </a:r>
            <a:br>
              <a:rPr lang="tr-TR" sz="1600" dirty="0"/>
            </a:br>
            <a:r>
              <a:rPr lang="tr-TR" sz="1600" dirty="0"/>
              <a:t>• </a:t>
            </a:r>
            <a:r>
              <a:rPr lang="tr-TR" sz="1600" b="1" dirty="0" err="1"/>
              <a:t>System</a:t>
            </a:r>
            <a:r>
              <a:rPr lang="tr-TR" sz="1600" b="1" dirty="0"/>
              <a:t> Management</a:t>
            </a:r>
            <a:r>
              <a:rPr lang="tr-TR" sz="1600" dirty="0"/>
              <a:t> – Platform </a:t>
            </a:r>
            <a:r>
              <a:rPr lang="tr-TR" sz="1600" dirty="0" err="1"/>
              <a:t>settings</a:t>
            </a:r>
            <a:br>
              <a:rPr lang="tr-TR" sz="1600" dirty="0"/>
            </a:br>
            <a:r>
              <a:rPr lang="tr-TR" sz="1600" dirty="0"/>
              <a:t>• </a:t>
            </a:r>
            <a:r>
              <a:rPr lang="tr-TR" sz="1600" b="1" dirty="0"/>
              <a:t>User Control</a:t>
            </a:r>
            <a:r>
              <a:rPr lang="tr-TR" sz="1600" dirty="0"/>
              <a:t> – </a:t>
            </a:r>
            <a:r>
              <a:rPr lang="tr-TR" sz="1600" dirty="0" err="1"/>
              <a:t>Account</a:t>
            </a:r>
            <a:r>
              <a:rPr lang="tr-TR" sz="1600" dirty="0"/>
              <a:t> </a:t>
            </a:r>
            <a:r>
              <a:rPr lang="tr-TR" sz="1600" dirty="0" err="1"/>
              <a:t>management</a:t>
            </a:r>
            <a:r>
              <a:rPr lang="tr-TR" sz="1600" dirty="0"/>
              <a:t> </a:t>
            </a:r>
            <a:r>
              <a:rPr lang="tr-TR" sz="1600" dirty="0" err="1"/>
              <a:t>and</a:t>
            </a:r>
            <a:r>
              <a:rPr lang="tr-TR" sz="1600" dirty="0"/>
              <a:t> </a:t>
            </a:r>
            <a:r>
              <a:rPr lang="tr-TR" sz="1600" dirty="0" err="1"/>
              <a:t>moderation</a:t>
            </a:r>
            <a:br>
              <a:rPr lang="tr-TR" sz="1600" dirty="0"/>
            </a:br>
            <a:r>
              <a:rPr lang="tr-TR" sz="1600" dirty="0"/>
              <a:t>• </a:t>
            </a:r>
            <a:r>
              <a:rPr lang="tr-TR" sz="1600" b="1" dirty="0" err="1"/>
              <a:t>Analytics</a:t>
            </a:r>
            <a:r>
              <a:rPr lang="tr-TR" sz="1600" b="1" dirty="0"/>
              <a:t> Dashboard</a:t>
            </a:r>
            <a:r>
              <a:rPr lang="tr-TR" sz="1600" dirty="0"/>
              <a:t> – </a:t>
            </a:r>
            <a:r>
              <a:rPr lang="tr-TR" sz="1600" dirty="0" err="1"/>
              <a:t>Overall</a:t>
            </a:r>
            <a:r>
              <a:rPr lang="tr-TR" sz="1600" dirty="0"/>
              <a:t> platform </a:t>
            </a:r>
            <a:r>
              <a:rPr lang="tr-TR" sz="1600" dirty="0" err="1"/>
              <a:t>metrics</a:t>
            </a:r>
            <a:br>
              <a:rPr lang="tr-TR" sz="1600" dirty="0"/>
            </a:br>
            <a:r>
              <a:rPr lang="tr-TR" sz="1600" dirty="0"/>
              <a:t>• </a:t>
            </a:r>
            <a:r>
              <a:rPr lang="tr-TR" sz="1600" b="1" dirty="0" err="1"/>
              <a:t>Alert</a:t>
            </a:r>
            <a:r>
              <a:rPr lang="tr-TR" sz="1600" b="1" dirty="0"/>
              <a:t> </a:t>
            </a:r>
            <a:r>
              <a:rPr lang="tr-TR" sz="1600" b="1" dirty="0" err="1"/>
              <a:t>System</a:t>
            </a:r>
            <a:r>
              <a:rPr lang="tr-TR" sz="1600" dirty="0"/>
              <a:t> – </a:t>
            </a:r>
            <a:r>
              <a:rPr lang="tr-TR" sz="1600" dirty="0" err="1"/>
              <a:t>System</a:t>
            </a:r>
            <a:r>
              <a:rPr lang="tr-TR" sz="1600" dirty="0"/>
              <a:t> </a:t>
            </a:r>
            <a:r>
              <a:rPr lang="tr-TR" sz="1600" dirty="0" err="1"/>
              <a:t>notifications</a:t>
            </a:r>
            <a:endParaRPr lang="tr-TR" sz="1600" dirty="0"/>
          </a:p>
          <a:p>
            <a:pPr>
              <a:spcBef>
                <a:spcPts val="1200"/>
              </a:spcBef>
            </a:pPr>
            <a:endParaRPr lang="tr-TR" sz="1600" dirty="0"/>
          </a:p>
          <a:p>
            <a:pPr>
              <a:spcBef>
                <a:spcPts val="1200"/>
              </a:spcBef>
            </a:pPr>
            <a:r>
              <a:rPr lang="tr-TR" sz="1600" b="1" dirty="0"/>
              <a:t>Design </a:t>
            </a:r>
            <a:r>
              <a:rPr lang="tr-TR" sz="1600" b="1" dirty="0" err="1"/>
              <a:t>Principles</a:t>
            </a:r>
            <a:r>
              <a:rPr lang="tr-TR" sz="1600" b="1" dirty="0"/>
              <a:t>:</a:t>
            </a:r>
            <a:br>
              <a:rPr lang="tr-TR" sz="1600" dirty="0"/>
            </a:br>
            <a:r>
              <a:rPr lang="tr-TR" sz="1600" dirty="0"/>
              <a:t>• </a:t>
            </a:r>
            <a:r>
              <a:rPr lang="tr-TR" sz="1600" dirty="0" err="1"/>
              <a:t>Comprehensive</a:t>
            </a:r>
            <a:r>
              <a:rPr lang="tr-TR" sz="1600" dirty="0"/>
              <a:t> </a:t>
            </a:r>
            <a:r>
              <a:rPr lang="tr-TR" sz="1600" dirty="0" err="1"/>
              <a:t>control</a:t>
            </a:r>
            <a:r>
              <a:rPr lang="tr-TR" sz="1600" dirty="0"/>
              <a:t> panel</a:t>
            </a:r>
            <a:br>
              <a:rPr lang="tr-TR" sz="1600" dirty="0"/>
            </a:br>
            <a:r>
              <a:rPr lang="tr-TR" sz="1600" dirty="0"/>
              <a:t>• </a:t>
            </a:r>
            <a:r>
              <a:rPr lang="tr-TR" sz="1600" dirty="0" err="1"/>
              <a:t>Approval</a:t>
            </a:r>
            <a:r>
              <a:rPr lang="tr-TR" sz="1600" dirty="0"/>
              <a:t> </a:t>
            </a:r>
            <a:r>
              <a:rPr lang="tr-TR" sz="1600" dirty="0" err="1"/>
              <a:t>mechanisms</a:t>
            </a:r>
            <a:r>
              <a:rPr lang="tr-TR" sz="1600" dirty="0"/>
              <a:t> </a:t>
            </a:r>
            <a:r>
              <a:rPr lang="tr-TR" sz="1600" dirty="0" err="1"/>
              <a:t>for</a:t>
            </a:r>
            <a:r>
              <a:rPr lang="tr-TR" sz="1600" dirty="0"/>
              <a:t> </a:t>
            </a:r>
            <a:r>
              <a:rPr lang="tr-TR" sz="1600" dirty="0" err="1"/>
              <a:t>critical</a:t>
            </a:r>
            <a:r>
              <a:rPr lang="tr-TR" sz="1600" dirty="0"/>
              <a:t> </a:t>
            </a:r>
            <a:r>
              <a:rPr lang="tr-TR" sz="1600" dirty="0" err="1"/>
              <a:t>operations</a:t>
            </a:r>
            <a:br>
              <a:rPr lang="tr-TR" sz="1600" dirty="0"/>
            </a:br>
            <a:r>
              <a:rPr lang="tr-TR" sz="1600" dirty="0"/>
              <a:t>• </a:t>
            </a:r>
            <a:r>
              <a:rPr lang="tr-TR" sz="1600" dirty="0" err="1"/>
              <a:t>Detailed</a:t>
            </a:r>
            <a:r>
              <a:rPr lang="tr-TR" sz="1600" dirty="0"/>
              <a:t> </a:t>
            </a:r>
            <a:r>
              <a:rPr lang="tr-TR" sz="1600" dirty="0" err="1"/>
              <a:t>logging</a:t>
            </a:r>
            <a:r>
              <a:rPr lang="tr-TR" sz="1600" dirty="0"/>
              <a:t> </a:t>
            </a:r>
            <a:r>
              <a:rPr lang="tr-TR" sz="1600" dirty="0" err="1"/>
              <a:t>and</a:t>
            </a:r>
            <a:r>
              <a:rPr lang="tr-TR" sz="1600" dirty="0"/>
              <a:t> </a:t>
            </a:r>
            <a:r>
              <a:rPr lang="tr-TR" sz="1600" dirty="0" err="1"/>
              <a:t>reporting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34533435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B4C4EE2-7ECA-9DB1-68BC-96362EF5E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3600" b="1" spc="-10" dirty="0" err="1">
                <a:solidFill>
                  <a:srgbClr val="FF0000"/>
                </a:solidFill>
                <a:cs typeface="Arial"/>
              </a:rPr>
              <a:t>Testing</a:t>
            </a:r>
            <a:r>
              <a:rPr lang="tr-TR" sz="3600" b="1" spc="-110" dirty="0">
                <a:solidFill>
                  <a:srgbClr val="FF0000"/>
                </a:solidFill>
                <a:cs typeface="Arial"/>
              </a:rPr>
              <a:t> </a:t>
            </a:r>
            <a:r>
              <a:rPr lang="tr-TR" sz="3600" b="1" spc="-10" dirty="0" err="1">
                <a:solidFill>
                  <a:srgbClr val="FF0000"/>
                </a:solidFill>
                <a:cs typeface="Arial"/>
              </a:rPr>
              <a:t>Section</a:t>
            </a:r>
            <a:br>
              <a:rPr lang="tr-TR" dirty="0">
                <a:latin typeface="Arial"/>
                <a:cs typeface="Arial"/>
              </a:rPr>
            </a:br>
            <a:endParaRPr lang="tr-TR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8626446-7581-376A-3D6F-1FF8DFB9309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396692" y="1190207"/>
            <a:ext cx="7257448" cy="52534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600" b="1" dirty="0"/>
              <a:t>Our Testing Strategy:</a:t>
            </a:r>
            <a:endParaRPr lang="tr-TR" sz="1600" b="1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br>
              <a:rPr lang="en-US" sz="1600" dirty="0"/>
            </a:br>
            <a:r>
              <a:rPr lang="en-US" sz="1600" dirty="0"/>
              <a:t>In the project, we developed </a:t>
            </a:r>
            <a:r>
              <a:rPr lang="en-US" sz="1600" b="1" dirty="0"/>
              <a:t>unit tests</a:t>
            </a:r>
            <a:r>
              <a:rPr lang="en-US" sz="1600" dirty="0"/>
              <a:t> for the backend services we wrote. These tests were designed to verify whether each service performs its functionality correctly. Each service was tested independently, with external dependencies mocked (e.g., </a:t>
            </a:r>
            <a:r>
              <a:rPr lang="en-US" sz="1600" i="1" dirty="0"/>
              <a:t>repository</a:t>
            </a:r>
            <a:r>
              <a:rPr lang="en-US" sz="1600" dirty="0"/>
              <a:t> and </a:t>
            </a:r>
            <a:r>
              <a:rPr lang="en-US" sz="1600" i="1" dirty="0"/>
              <a:t>mappers</a:t>
            </a:r>
            <a:r>
              <a:rPr lang="en-US" sz="1600" dirty="0"/>
              <a:t>).</a:t>
            </a:r>
          </a:p>
          <a:p>
            <a:pPr marL="0" marR="5080" indent="0">
              <a:lnSpc>
                <a:spcPct val="111600"/>
              </a:lnSpc>
              <a:spcBef>
                <a:spcPts val="114"/>
              </a:spcBef>
              <a:buNone/>
            </a:pPr>
            <a:endParaRPr sz="1600" dirty="0"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925"/>
              </a:spcBef>
              <a:buNone/>
            </a:pPr>
            <a:r>
              <a:rPr lang="en-US" sz="1600" b="1" dirty="0"/>
              <a:t>Services We Wrote Tests For</a:t>
            </a:r>
            <a:r>
              <a:rPr sz="1600" b="1" spc="-10" dirty="0">
                <a:cs typeface="Arial"/>
              </a:rPr>
              <a:t>:</a:t>
            </a:r>
            <a:endParaRPr sz="1600" b="1" dirty="0"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960"/>
              </a:spcBef>
              <a:buFont typeface="+mj-lt"/>
              <a:buAutoNum type="arabicPeriod"/>
              <a:tabLst>
                <a:tab pos="471170" algn="l"/>
              </a:tabLst>
            </a:pPr>
            <a:r>
              <a:rPr sz="1600" spc="-10" dirty="0">
                <a:cs typeface="Tahoma"/>
              </a:rPr>
              <a:t>StudentService</a:t>
            </a:r>
            <a:endParaRPr sz="1600" dirty="0"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944"/>
              </a:spcBef>
              <a:buFont typeface="+mj-lt"/>
              <a:buAutoNum type="arabicPeriod"/>
              <a:tabLst>
                <a:tab pos="471170" algn="l"/>
              </a:tabLst>
            </a:pPr>
            <a:r>
              <a:rPr sz="1600" spc="-10" dirty="0">
                <a:cs typeface="Tahoma"/>
              </a:rPr>
              <a:t>TutorService</a:t>
            </a:r>
            <a:endParaRPr sz="1600" dirty="0"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950"/>
              </a:spcBef>
              <a:buFont typeface="+mj-lt"/>
              <a:buAutoNum type="arabicPeriod"/>
              <a:tabLst>
                <a:tab pos="471170" algn="l"/>
              </a:tabLst>
            </a:pPr>
            <a:r>
              <a:rPr sz="1600" spc="-10" dirty="0">
                <a:cs typeface="Tahoma"/>
              </a:rPr>
              <a:t>ResourceService</a:t>
            </a:r>
            <a:endParaRPr sz="1600" dirty="0"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950"/>
              </a:spcBef>
              <a:buFont typeface="+mj-lt"/>
              <a:buAutoNum type="arabicPeriod"/>
              <a:tabLst>
                <a:tab pos="471170" algn="l"/>
              </a:tabLst>
            </a:pPr>
            <a:r>
              <a:rPr sz="1600" spc="-10" dirty="0">
                <a:cs typeface="Tahoma"/>
              </a:rPr>
              <a:t>SessionService</a:t>
            </a:r>
            <a:endParaRPr sz="1600" dirty="0"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935"/>
              </a:spcBef>
              <a:buFont typeface="+mj-lt"/>
              <a:buAutoNum type="arabicPeriod"/>
              <a:tabLst>
                <a:tab pos="471170" algn="l"/>
              </a:tabLst>
            </a:pPr>
            <a:r>
              <a:rPr sz="1600" spc="-10" dirty="0">
                <a:cs typeface="Tahoma"/>
              </a:rPr>
              <a:t>SessionReservationService</a:t>
            </a:r>
            <a:endParaRPr sz="1600" dirty="0"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950"/>
              </a:spcBef>
              <a:buFont typeface="+mj-lt"/>
              <a:buAutoNum type="arabicPeriod"/>
              <a:tabLst>
                <a:tab pos="471170" algn="l"/>
              </a:tabLst>
            </a:pPr>
            <a:r>
              <a:rPr sz="1600" spc="-10" dirty="0">
                <a:cs typeface="Tahoma"/>
              </a:rPr>
              <a:t>SkillAssessmentService</a:t>
            </a:r>
            <a:endParaRPr sz="1600" dirty="0"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950"/>
              </a:spcBef>
              <a:buFont typeface="+mj-lt"/>
              <a:buAutoNum type="arabicPeriod"/>
              <a:tabLst>
                <a:tab pos="471170" algn="l"/>
              </a:tabLst>
            </a:pPr>
            <a:r>
              <a:rPr sz="1600" spc="-10" dirty="0">
                <a:cs typeface="Tahoma"/>
              </a:rPr>
              <a:t>AuthService</a:t>
            </a:r>
            <a:endParaRPr sz="1600" dirty="0"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944"/>
              </a:spcBef>
              <a:buFont typeface="+mj-lt"/>
              <a:buAutoNum type="arabicPeriod"/>
              <a:tabLst>
                <a:tab pos="471170" algn="l"/>
              </a:tabLst>
            </a:pPr>
            <a:r>
              <a:rPr sz="1600" spc="-10" dirty="0" err="1">
                <a:cs typeface="Tahoma"/>
              </a:rPr>
              <a:t>AdminService</a:t>
            </a:r>
            <a:endParaRPr lang="tr-TR" sz="1600" spc="-10" dirty="0"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637652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D7E11CA-FE36-B829-2F25-FAF3BC11E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738999"/>
            <a:ext cx="8863263" cy="284729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600" b="1" dirty="0"/>
              <a:t>Testing Tools We Used</a:t>
            </a:r>
            <a:r>
              <a:rPr lang="tr-TR" sz="1600" b="1" spc="-10" dirty="0">
                <a:cs typeface="Arial"/>
              </a:rPr>
              <a:t>:</a:t>
            </a:r>
            <a:endParaRPr lang="tr-TR" sz="1600" dirty="0">
              <a:cs typeface="Arial"/>
            </a:endParaRPr>
          </a:p>
          <a:p>
            <a:pPr marL="241300" lvl="1" indent="0">
              <a:lnSpc>
                <a:spcPct val="100000"/>
              </a:lnSpc>
              <a:spcBef>
                <a:spcPts val="1200"/>
              </a:spcBef>
              <a:buSzPct val="90909"/>
              <a:buNone/>
              <a:tabLst>
                <a:tab pos="469265" algn="l"/>
              </a:tabLst>
            </a:pPr>
            <a:r>
              <a:rPr lang="en-US" sz="1600" b="1" dirty="0"/>
              <a:t>JUnit 5:</a:t>
            </a:r>
            <a:r>
              <a:rPr lang="en-US" sz="1600" dirty="0"/>
              <a:t> Test </a:t>
            </a:r>
            <a:r>
              <a:rPr lang="en-US" sz="1600" b="1" dirty="0"/>
              <a:t>framework</a:t>
            </a:r>
            <a:br>
              <a:rPr lang="en-US" sz="1600" dirty="0"/>
            </a:br>
            <a:r>
              <a:rPr lang="en-US" sz="1600" b="1" dirty="0"/>
              <a:t>Mockito:</a:t>
            </a:r>
            <a:r>
              <a:rPr lang="en-US" sz="1600" dirty="0"/>
              <a:t> To create </a:t>
            </a:r>
            <a:r>
              <a:rPr lang="en-US" sz="1600" b="1" dirty="0"/>
              <a:t>mock</a:t>
            </a:r>
            <a:r>
              <a:rPr lang="en-US" sz="1600" dirty="0"/>
              <a:t> objects</a:t>
            </a:r>
            <a:br>
              <a:rPr lang="en-US" sz="1600" dirty="0"/>
            </a:br>
            <a:r>
              <a:rPr lang="en-US" sz="1600" b="1" dirty="0"/>
              <a:t>Spring Boot Test:</a:t>
            </a:r>
            <a:r>
              <a:rPr lang="en-US" sz="1600" dirty="0"/>
              <a:t> To write integrated tests with Spring dependencies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97562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2628</Words>
  <Application>Microsoft Office PowerPoint</Application>
  <PresentationFormat>Geniş ekran</PresentationFormat>
  <Paragraphs>321</Paragraphs>
  <Slides>33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33</vt:i4>
      </vt:variant>
    </vt:vector>
  </HeadingPairs>
  <TitlesOfParts>
    <vt:vector size="41" baseType="lpstr">
      <vt:lpstr>MS Gothic</vt:lpstr>
      <vt:lpstr>Aptos</vt:lpstr>
      <vt:lpstr>Aptos Display</vt:lpstr>
      <vt:lpstr>Arial</vt:lpstr>
      <vt:lpstr>Calibri</vt:lpstr>
      <vt:lpstr>Symbol</vt:lpstr>
      <vt:lpstr>Tahoma</vt:lpstr>
      <vt:lpstr>Office Teması</vt:lpstr>
      <vt:lpstr>PowerPoint Sunusu</vt:lpstr>
      <vt:lpstr>   Architecture Section  1) General System and Blog Diagram </vt:lpstr>
      <vt:lpstr>PowerPoint Sunusu</vt:lpstr>
      <vt:lpstr>     </vt:lpstr>
      <vt:lpstr>2) Backend Mimarisi (Spring Boot) </vt:lpstr>
      <vt:lpstr>  Backend Architecture Explanation </vt:lpstr>
      <vt:lpstr> Package Structure and Layers</vt:lpstr>
      <vt:lpstr>PowerPoint Sunusu</vt:lpstr>
      <vt:lpstr>PowerPoint Sunusu</vt:lpstr>
      <vt:lpstr>3) Frontend Mimarisi (React) </vt:lpstr>
      <vt:lpstr>    Frontend Architecture Explanation  </vt:lpstr>
      <vt:lpstr>  Main Folders and Their Responsibilities </vt:lpstr>
      <vt:lpstr>PowerPoint Sunusu</vt:lpstr>
      <vt:lpstr>PowerPoint Sunusu</vt:lpstr>
      <vt:lpstr>PowerPoint Sunusu</vt:lpstr>
      <vt:lpstr>4) DataBase (PostreSQL) Structure </vt:lpstr>
      <vt:lpstr>PowerPoint Sunusu</vt:lpstr>
      <vt:lpstr>UI Design Section </vt:lpstr>
      <vt:lpstr>  1) UI Mimarisi </vt:lpstr>
      <vt:lpstr>2.  Page Structures </vt:lpstr>
      <vt:lpstr>Student Pages</vt:lpstr>
      <vt:lpstr>Student Pages</vt:lpstr>
      <vt:lpstr>Student Pages</vt:lpstr>
      <vt:lpstr>PowerPoint Sunusu</vt:lpstr>
      <vt:lpstr>PowerPoint Sunusu</vt:lpstr>
      <vt:lpstr>PowerPoint Sunusu</vt:lpstr>
      <vt:lpstr>PowerPoint Sunusu</vt:lpstr>
      <vt:lpstr>3. Component Hierarchy </vt:lpstr>
      <vt:lpstr>PowerPoint Sunusu</vt:lpstr>
      <vt:lpstr>  4.Rol Bazlı Arayüzler </vt:lpstr>
      <vt:lpstr>PowerPoint Sunusu</vt:lpstr>
      <vt:lpstr>Testing Section 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Muhammed ORHANTEKİN</dc:creator>
  <cp:lastModifiedBy>Muhammed ORHANTEKİN</cp:lastModifiedBy>
  <cp:revision>1</cp:revision>
  <dcterms:created xsi:type="dcterms:W3CDTF">2025-06-11T08:53:19Z</dcterms:created>
  <dcterms:modified xsi:type="dcterms:W3CDTF">2025-06-12T07:41:37Z</dcterms:modified>
</cp:coreProperties>
</file>